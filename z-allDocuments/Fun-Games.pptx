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32297" y="348818"/>
            <a:ext cx="2652395" cy="704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33E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333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33E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333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33E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33E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304" y="1285112"/>
            <a:ext cx="11360150" cy="141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33E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1304" y="3140126"/>
            <a:ext cx="13004800" cy="3528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333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1966975"/>
            <a:ext cx="7219315" cy="1416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00"/>
              </a:lnSpc>
            </a:pPr>
            <a:r>
              <a:rPr sz="4450" dirty="0"/>
              <a:t>Fun</a:t>
            </a:r>
            <a:r>
              <a:rPr sz="4450" spc="-110" dirty="0"/>
              <a:t> </a:t>
            </a:r>
            <a:r>
              <a:rPr sz="4450" dirty="0"/>
              <a:t>Games:</a:t>
            </a:r>
            <a:r>
              <a:rPr sz="4450" spc="-90" dirty="0"/>
              <a:t> </a:t>
            </a:r>
            <a:r>
              <a:rPr sz="4450" spc="-55" dirty="0"/>
              <a:t>Your</a:t>
            </a:r>
            <a:r>
              <a:rPr sz="4450" spc="-110" dirty="0"/>
              <a:t> </a:t>
            </a:r>
            <a:r>
              <a:rPr sz="4450" dirty="0"/>
              <a:t>Next</a:t>
            </a:r>
            <a:r>
              <a:rPr sz="4450" spc="-90" dirty="0"/>
              <a:t> </a:t>
            </a:r>
            <a:r>
              <a:rPr sz="4450" spc="-20" dirty="0"/>
              <a:t>Favorite </a:t>
            </a:r>
            <a:r>
              <a:rPr sz="4450" dirty="0"/>
              <a:t>Gaming</a:t>
            </a:r>
            <a:r>
              <a:rPr sz="4450" spc="-125" dirty="0"/>
              <a:t> </a:t>
            </a:r>
            <a:r>
              <a:rPr sz="4450" spc="-25" dirty="0"/>
              <a:t>App</a:t>
            </a:r>
            <a:endParaRPr sz="4450" dirty="0"/>
          </a:p>
        </p:txBody>
      </p:sp>
      <p:sp>
        <p:nvSpPr>
          <p:cNvPr id="4" name="object 4"/>
          <p:cNvSpPr txBox="1"/>
          <p:nvPr/>
        </p:nvSpPr>
        <p:spPr>
          <a:xfrm>
            <a:off x="781304" y="4417619"/>
            <a:ext cx="7538720" cy="264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3985">
              <a:lnSpc>
                <a:spcPct val="138300"/>
              </a:lnSpc>
              <a:spcBef>
                <a:spcPts val="100"/>
              </a:spcBef>
            </a:pP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Welcome</a:t>
            </a:r>
            <a:r>
              <a:rPr sz="1750" spc="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100" dirty="0">
                <a:solidFill>
                  <a:srgbClr val="333E6F"/>
                </a:solidFill>
                <a:latin typeface="Arial MT"/>
                <a:cs typeface="Arial MT"/>
              </a:rPr>
              <a:t>to</a:t>
            </a:r>
            <a:r>
              <a:rPr sz="1750" spc="2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Fun</a:t>
            </a:r>
            <a:r>
              <a:rPr sz="175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Games!</a:t>
            </a:r>
            <a:r>
              <a:rPr sz="1750" spc="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75" dirty="0">
                <a:solidFill>
                  <a:srgbClr val="333E6F"/>
                </a:solidFill>
                <a:latin typeface="Arial MT"/>
                <a:cs typeface="Arial MT"/>
              </a:rPr>
              <a:t>Our</a:t>
            </a:r>
            <a:r>
              <a:rPr sz="1750" spc="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333E6F"/>
                </a:solidFill>
                <a:latin typeface="Arial MT"/>
                <a:cs typeface="Arial MT"/>
              </a:rPr>
              <a:t>app</a:t>
            </a:r>
            <a:r>
              <a:rPr sz="175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provides</a:t>
            </a:r>
            <a:r>
              <a:rPr sz="175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endless</a:t>
            </a:r>
            <a:r>
              <a:rPr sz="175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70" dirty="0">
                <a:solidFill>
                  <a:srgbClr val="333E6F"/>
                </a:solidFill>
                <a:latin typeface="Arial MT"/>
                <a:cs typeface="Arial MT"/>
              </a:rPr>
              <a:t>hours</a:t>
            </a:r>
            <a:r>
              <a:rPr sz="1750" spc="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90" dirty="0">
                <a:solidFill>
                  <a:srgbClr val="333E6F"/>
                </a:solidFill>
                <a:latin typeface="Arial MT"/>
                <a:cs typeface="Arial MT"/>
              </a:rPr>
              <a:t>of</a:t>
            </a:r>
            <a:r>
              <a:rPr sz="175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333E6F"/>
                </a:solidFill>
                <a:latin typeface="Arial MT"/>
                <a:cs typeface="Arial MT"/>
              </a:rPr>
              <a:t>casual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gaming.</a:t>
            </a:r>
            <a:r>
              <a:rPr sz="1750" spc="7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Enjoy</a:t>
            </a:r>
            <a:r>
              <a:rPr sz="1750" spc="10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an</a:t>
            </a:r>
            <a:r>
              <a:rPr sz="1750" spc="9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65" dirty="0">
                <a:solidFill>
                  <a:srgbClr val="333E6F"/>
                </a:solidFill>
                <a:latin typeface="Arial MT"/>
                <a:cs typeface="Arial MT"/>
              </a:rPr>
              <a:t>intuitive</a:t>
            </a:r>
            <a:r>
              <a:rPr sz="1750" spc="6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user</a:t>
            </a:r>
            <a:r>
              <a:rPr sz="1750" spc="9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interface.</a:t>
            </a:r>
            <a:r>
              <a:rPr sz="1750" spc="6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Experience</a:t>
            </a:r>
            <a:r>
              <a:rPr sz="1750" spc="9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80" dirty="0">
                <a:solidFill>
                  <a:srgbClr val="333E6F"/>
                </a:solidFill>
                <a:latin typeface="Arial MT"/>
                <a:cs typeface="Arial MT"/>
              </a:rPr>
              <a:t>smooth</a:t>
            </a:r>
            <a:r>
              <a:rPr sz="1750" spc="9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35" dirty="0">
                <a:solidFill>
                  <a:srgbClr val="333E6F"/>
                </a:solidFill>
                <a:latin typeface="Arial MT"/>
                <a:cs typeface="Arial MT"/>
              </a:rPr>
              <a:t>navigation </a:t>
            </a:r>
            <a:r>
              <a:rPr sz="1750" spc="60" dirty="0">
                <a:solidFill>
                  <a:srgbClr val="333E6F"/>
                </a:solidFill>
                <a:latin typeface="Arial MT"/>
                <a:cs typeface="Arial MT"/>
              </a:rPr>
              <a:t>and </a:t>
            </a:r>
            <a:r>
              <a:rPr sz="1750" spc="45" dirty="0">
                <a:solidFill>
                  <a:srgbClr val="333E6F"/>
                </a:solidFill>
                <a:latin typeface="Arial MT"/>
                <a:cs typeface="Arial MT"/>
              </a:rPr>
              <a:t>rewarding</a:t>
            </a:r>
            <a:r>
              <a:rPr sz="175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scoring</a:t>
            </a:r>
            <a:r>
              <a:rPr sz="1750" spc="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333E6F"/>
                </a:solidFill>
                <a:latin typeface="Arial MT"/>
                <a:cs typeface="Arial MT"/>
              </a:rPr>
              <a:t>!!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750">
              <a:latin typeface="Arial MT"/>
              <a:cs typeface="Arial MT"/>
            </a:endParaRPr>
          </a:p>
          <a:p>
            <a:pPr marL="5246370">
              <a:lnSpc>
                <a:spcPct val="100000"/>
              </a:lnSpc>
            </a:pPr>
            <a:r>
              <a:rPr sz="2200" spc="-120" dirty="0">
                <a:solidFill>
                  <a:srgbClr val="333E6F"/>
                </a:solidFill>
                <a:latin typeface="Arial Black"/>
                <a:cs typeface="Arial Black"/>
              </a:rPr>
              <a:t>Done</a:t>
            </a:r>
            <a:r>
              <a:rPr sz="2200" spc="-110" dirty="0">
                <a:solidFill>
                  <a:srgbClr val="333E6F"/>
                </a:solidFill>
                <a:latin typeface="Arial Black"/>
                <a:cs typeface="Arial Black"/>
              </a:rPr>
              <a:t> </a:t>
            </a:r>
            <a:r>
              <a:rPr sz="2200" spc="-25" dirty="0">
                <a:solidFill>
                  <a:srgbClr val="333E6F"/>
                </a:solidFill>
                <a:latin typeface="Arial Black"/>
                <a:cs typeface="Arial Black"/>
              </a:rPr>
              <a:t>by</a:t>
            </a:r>
            <a:endParaRPr sz="2200">
              <a:latin typeface="Arial Black"/>
              <a:cs typeface="Arial Black"/>
            </a:endParaRPr>
          </a:p>
          <a:p>
            <a:pPr marL="5701030" indent="-162560">
              <a:lnSpc>
                <a:spcPct val="100000"/>
              </a:lnSpc>
              <a:spcBef>
                <a:spcPts val="455"/>
              </a:spcBef>
              <a:buChar char="-"/>
              <a:tabLst>
                <a:tab pos="5701030" algn="l"/>
              </a:tabLst>
            </a:pPr>
            <a:r>
              <a:rPr sz="2200" spc="-145" dirty="0">
                <a:solidFill>
                  <a:srgbClr val="333E6F"/>
                </a:solidFill>
                <a:latin typeface="Arial Black"/>
                <a:cs typeface="Arial Black"/>
              </a:rPr>
              <a:t>Ansh</a:t>
            </a:r>
            <a:r>
              <a:rPr sz="2200" spc="-125" dirty="0">
                <a:solidFill>
                  <a:srgbClr val="333E6F"/>
                </a:solidFill>
                <a:latin typeface="Arial Black"/>
                <a:cs typeface="Arial Black"/>
              </a:rPr>
              <a:t> </a:t>
            </a:r>
            <a:r>
              <a:rPr sz="2200" spc="-114" dirty="0">
                <a:solidFill>
                  <a:srgbClr val="333E6F"/>
                </a:solidFill>
                <a:latin typeface="Arial Black"/>
                <a:cs typeface="Arial Black"/>
              </a:rPr>
              <a:t>Gadoya</a:t>
            </a:r>
            <a:endParaRPr sz="2200">
              <a:latin typeface="Arial Black"/>
              <a:cs typeface="Arial Black"/>
            </a:endParaRPr>
          </a:p>
          <a:p>
            <a:pPr marL="5701030" indent="-162560">
              <a:lnSpc>
                <a:spcPct val="100000"/>
              </a:lnSpc>
              <a:spcBef>
                <a:spcPts val="455"/>
              </a:spcBef>
              <a:buChar char="-"/>
              <a:tabLst>
                <a:tab pos="5701030" algn="l"/>
              </a:tabLst>
            </a:pPr>
            <a:r>
              <a:rPr sz="2200" spc="-145" dirty="0">
                <a:solidFill>
                  <a:srgbClr val="333E6F"/>
                </a:solidFill>
                <a:latin typeface="Arial Black"/>
                <a:cs typeface="Arial Black"/>
              </a:rPr>
              <a:t>Bansil </a:t>
            </a:r>
            <a:r>
              <a:rPr sz="2200" spc="-85" dirty="0">
                <a:solidFill>
                  <a:srgbClr val="333E6F"/>
                </a:solidFill>
                <a:latin typeface="Arial Black"/>
                <a:cs typeface="Arial Black"/>
              </a:rPr>
              <a:t>Pabari</a:t>
            </a:r>
            <a:endParaRPr sz="2200">
              <a:latin typeface="Arial Black"/>
              <a:cs typeface="Arial Black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1272C024-EC9D-89EF-9F59-62079E80C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958" y="1075181"/>
            <a:ext cx="7040880" cy="1416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10"/>
              </a:lnSpc>
            </a:pPr>
            <a:r>
              <a:rPr sz="4450" dirty="0"/>
              <a:t>Fun</a:t>
            </a:r>
            <a:r>
              <a:rPr sz="4450" spc="-65" dirty="0"/>
              <a:t> </a:t>
            </a:r>
            <a:r>
              <a:rPr sz="4450" dirty="0"/>
              <a:t>Games:</a:t>
            </a:r>
            <a:r>
              <a:rPr sz="4450" spc="-45" dirty="0"/>
              <a:t> </a:t>
            </a:r>
            <a:r>
              <a:rPr sz="4450" dirty="0"/>
              <a:t>A</a:t>
            </a:r>
            <a:r>
              <a:rPr sz="4450" spc="-40" dirty="0"/>
              <a:t> </a:t>
            </a:r>
            <a:r>
              <a:rPr sz="4450" spc="-10" dirty="0"/>
              <a:t>Diverse </a:t>
            </a:r>
            <a:r>
              <a:rPr sz="4450" dirty="0"/>
              <a:t>Collection</a:t>
            </a:r>
            <a:r>
              <a:rPr sz="4450" spc="-90" dirty="0"/>
              <a:t> </a:t>
            </a:r>
            <a:r>
              <a:rPr sz="4450" dirty="0"/>
              <a:t>of</a:t>
            </a:r>
            <a:r>
              <a:rPr sz="4450" spc="-45" dirty="0"/>
              <a:t> </a:t>
            </a:r>
            <a:r>
              <a:rPr sz="4450" dirty="0"/>
              <a:t>Addictive</a:t>
            </a:r>
            <a:r>
              <a:rPr sz="4450" spc="-90" dirty="0"/>
              <a:t> </a:t>
            </a:r>
            <a:r>
              <a:rPr sz="4450" spc="-10" dirty="0"/>
              <a:t>Games</a:t>
            </a:r>
            <a:endParaRPr sz="4450"/>
          </a:p>
        </p:txBody>
      </p:sp>
      <p:grpSp>
        <p:nvGrpSpPr>
          <p:cNvPr id="4" name="object 4"/>
          <p:cNvGrpSpPr/>
          <p:nvPr/>
        </p:nvGrpSpPr>
        <p:grpSpPr>
          <a:xfrm>
            <a:off x="6276340" y="3837432"/>
            <a:ext cx="518159" cy="518159"/>
            <a:chOff x="6276340" y="3837432"/>
            <a:chExt cx="518159" cy="518159"/>
          </a:xfrm>
        </p:grpSpPr>
        <p:sp>
          <p:nvSpPr>
            <p:cNvPr id="5" name="object 5"/>
            <p:cNvSpPr/>
            <p:nvPr/>
          </p:nvSpPr>
          <p:spPr>
            <a:xfrm>
              <a:off x="6280150" y="3841242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415035" y="0"/>
                  </a:moveTo>
                  <a:lnTo>
                    <a:pt x="95250" y="0"/>
                  </a:lnTo>
                  <a:lnTo>
                    <a:pt x="58185" y="7471"/>
                  </a:lnTo>
                  <a:lnTo>
                    <a:pt x="27908" y="27860"/>
                  </a:lnTo>
                  <a:lnTo>
                    <a:pt x="7489" y="58132"/>
                  </a:lnTo>
                  <a:lnTo>
                    <a:pt x="0" y="95250"/>
                  </a:lnTo>
                  <a:lnTo>
                    <a:pt x="0" y="415036"/>
                  </a:lnTo>
                  <a:lnTo>
                    <a:pt x="7489" y="452100"/>
                  </a:lnTo>
                  <a:lnTo>
                    <a:pt x="27908" y="482377"/>
                  </a:lnTo>
                  <a:lnTo>
                    <a:pt x="58185" y="502796"/>
                  </a:lnTo>
                  <a:lnTo>
                    <a:pt x="95250" y="510286"/>
                  </a:lnTo>
                  <a:lnTo>
                    <a:pt x="415035" y="510286"/>
                  </a:lnTo>
                  <a:lnTo>
                    <a:pt x="452153" y="502796"/>
                  </a:lnTo>
                  <a:lnTo>
                    <a:pt x="482425" y="482377"/>
                  </a:lnTo>
                  <a:lnTo>
                    <a:pt x="502814" y="452100"/>
                  </a:lnTo>
                  <a:lnTo>
                    <a:pt x="510285" y="415036"/>
                  </a:lnTo>
                  <a:lnTo>
                    <a:pt x="510285" y="95250"/>
                  </a:lnTo>
                  <a:lnTo>
                    <a:pt x="502814" y="58132"/>
                  </a:lnTo>
                  <a:lnTo>
                    <a:pt x="482425" y="27860"/>
                  </a:lnTo>
                  <a:lnTo>
                    <a:pt x="452153" y="7471"/>
                  </a:lnTo>
                  <a:lnTo>
                    <a:pt x="415035" y="0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80150" y="3841242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0" y="95250"/>
                  </a:moveTo>
                  <a:lnTo>
                    <a:pt x="7489" y="58132"/>
                  </a:lnTo>
                  <a:lnTo>
                    <a:pt x="27908" y="27860"/>
                  </a:lnTo>
                  <a:lnTo>
                    <a:pt x="58185" y="7471"/>
                  </a:lnTo>
                  <a:lnTo>
                    <a:pt x="95250" y="0"/>
                  </a:lnTo>
                  <a:lnTo>
                    <a:pt x="415035" y="0"/>
                  </a:lnTo>
                  <a:lnTo>
                    <a:pt x="452153" y="7471"/>
                  </a:lnTo>
                  <a:lnTo>
                    <a:pt x="482425" y="27860"/>
                  </a:lnTo>
                  <a:lnTo>
                    <a:pt x="502814" y="58132"/>
                  </a:lnTo>
                  <a:lnTo>
                    <a:pt x="510285" y="95250"/>
                  </a:lnTo>
                  <a:lnTo>
                    <a:pt x="510285" y="415036"/>
                  </a:lnTo>
                  <a:lnTo>
                    <a:pt x="502814" y="452100"/>
                  </a:lnTo>
                  <a:lnTo>
                    <a:pt x="482425" y="482377"/>
                  </a:lnTo>
                  <a:lnTo>
                    <a:pt x="452153" y="502796"/>
                  </a:lnTo>
                  <a:lnTo>
                    <a:pt x="415035" y="510286"/>
                  </a:lnTo>
                  <a:lnTo>
                    <a:pt x="95250" y="510286"/>
                  </a:lnTo>
                  <a:lnTo>
                    <a:pt x="58185" y="502796"/>
                  </a:lnTo>
                  <a:lnTo>
                    <a:pt x="27908" y="482377"/>
                  </a:lnTo>
                  <a:lnTo>
                    <a:pt x="7489" y="452100"/>
                  </a:lnTo>
                  <a:lnTo>
                    <a:pt x="0" y="415036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38138" y="3834981"/>
            <a:ext cx="19621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50" dirty="0">
                <a:solidFill>
                  <a:srgbClr val="333E6F"/>
                </a:solidFill>
                <a:latin typeface="Calibri"/>
                <a:cs typeface="Calibri"/>
              </a:rPr>
              <a:t>1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5319" y="3796689"/>
            <a:ext cx="2762885" cy="1560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100"/>
              </a:spcBef>
            </a:pPr>
            <a:r>
              <a:rPr sz="2200" b="1" dirty="0">
                <a:solidFill>
                  <a:srgbClr val="333E6F"/>
                </a:solidFill>
                <a:latin typeface="Calibri"/>
                <a:cs typeface="Calibri"/>
              </a:rPr>
              <a:t>Diverse</a:t>
            </a:r>
            <a:r>
              <a:rPr sz="2200" b="1" spc="-65" dirty="0">
                <a:solidFill>
                  <a:srgbClr val="333E6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3E6F"/>
                </a:solidFill>
                <a:latin typeface="Calibri"/>
                <a:cs typeface="Calibri"/>
              </a:rPr>
              <a:t>Game</a:t>
            </a:r>
            <a:r>
              <a:rPr sz="2200" b="1" spc="-80" dirty="0">
                <a:solidFill>
                  <a:srgbClr val="333E6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3E6F"/>
                </a:solidFill>
                <a:latin typeface="Calibri"/>
                <a:cs typeface="Calibri"/>
              </a:rPr>
              <a:t>Selection</a:t>
            </a:r>
            <a:endParaRPr sz="2200" dirty="0">
              <a:latin typeface="Calibri"/>
              <a:cs typeface="Calibri"/>
            </a:endParaRPr>
          </a:p>
          <a:p>
            <a:pPr marL="12700" marR="185420">
              <a:lnSpc>
                <a:spcPct val="138300"/>
              </a:lnSpc>
              <a:spcBef>
                <a:spcPts val="935"/>
              </a:spcBef>
            </a:pP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Offers</a:t>
            </a:r>
            <a:r>
              <a:rPr sz="1750" spc="8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a</a:t>
            </a:r>
            <a:r>
              <a:rPr sz="1750" spc="10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variety</a:t>
            </a:r>
            <a:r>
              <a:rPr sz="1750" spc="8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90" dirty="0">
                <a:solidFill>
                  <a:srgbClr val="333E6F"/>
                </a:solidFill>
                <a:latin typeface="Arial MT"/>
                <a:cs typeface="Arial MT"/>
              </a:rPr>
              <a:t>of</a:t>
            </a:r>
            <a:r>
              <a:rPr sz="1750" spc="9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333E6F"/>
                </a:solidFill>
                <a:latin typeface="Arial MT"/>
                <a:cs typeface="Arial MT"/>
              </a:rPr>
              <a:t>casual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games</a:t>
            </a:r>
            <a:r>
              <a:rPr sz="1750" spc="-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100" dirty="0">
                <a:solidFill>
                  <a:srgbClr val="333E6F"/>
                </a:solidFill>
                <a:latin typeface="Arial MT"/>
                <a:cs typeface="Arial MT"/>
              </a:rPr>
              <a:t>to</a:t>
            </a:r>
            <a:r>
              <a:rPr sz="1750" spc="-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333E6F"/>
                </a:solidFill>
                <a:latin typeface="Arial MT"/>
                <a:cs typeface="Arial MT"/>
              </a:rPr>
              <a:t>suit</a:t>
            </a:r>
            <a:r>
              <a:rPr sz="1750" spc="-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333E6F"/>
                </a:solidFill>
                <a:latin typeface="Arial MT"/>
                <a:cs typeface="Arial MT"/>
              </a:rPr>
              <a:t>different </a:t>
            </a:r>
            <a:r>
              <a:rPr sz="1750" spc="-10" dirty="0">
                <a:solidFill>
                  <a:srgbClr val="333E6F"/>
                </a:solidFill>
                <a:latin typeface="Arial MT"/>
                <a:cs typeface="Arial MT"/>
              </a:rPr>
              <a:t>tastes.</a:t>
            </a:r>
            <a:endParaRPr sz="1750" dirty="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68001" y="3837432"/>
            <a:ext cx="518159" cy="518159"/>
            <a:chOff x="10168001" y="3837432"/>
            <a:chExt cx="518159" cy="518159"/>
          </a:xfrm>
        </p:grpSpPr>
        <p:sp>
          <p:nvSpPr>
            <p:cNvPr id="10" name="object 10"/>
            <p:cNvSpPr/>
            <p:nvPr/>
          </p:nvSpPr>
          <p:spPr>
            <a:xfrm>
              <a:off x="10171811" y="3841242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415036" y="0"/>
                  </a:moveTo>
                  <a:lnTo>
                    <a:pt x="95377" y="0"/>
                  </a:lnTo>
                  <a:lnTo>
                    <a:pt x="58239" y="7471"/>
                  </a:lnTo>
                  <a:lnTo>
                    <a:pt x="27924" y="27860"/>
                  </a:lnTo>
                  <a:lnTo>
                    <a:pt x="7491" y="58132"/>
                  </a:lnTo>
                  <a:lnTo>
                    <a:pt x="0" y="95250"/>
                  </a:lnTo>
                  <a:lnTo>
                    <a:pt x="0" y="415036"/>
                  </a:lnTo>
                  <a:lnTo>
                    <a:pt x="7491" y="452100"/>
                  </a:lnTo>
                  <a:lnTo>
                    <a:pt x="27924" y="482377"/>
                  </a:lnTo>
                  <a:lnTo>
                    <a:pt x="58239" y="502796"/>
                  </a:lnTo>
                  <a:lnTo>
                    <a:pt x="95377" y="510286"/>
                  </a:lnTo>
                  <a:lnTo>
                    <a:pt x="415036" y="510286"/>
                  </a:lnTo>
                  <a:lnTo>
                    <a:pt x="452173" y="502796"/>
                  </a:lnTo>
                  <a:lnTo>
                    <a:pt x="482488" y="482377"/>
                  </a:lnTo>
                  <a:lnTo>
                    <a:pt x="502921" y="452100"/>
                  </a:lnTo>
                  <a:lnTo>
                    <a:pt x="510413" y="415036"/>
                  </a:lnTo>
                  <a:lnTo>
                    <a:pt x="510413" y="95250"/>
                  </a:lnTo>
                  <a:lnTo>
                    <a:pt x="502921" y="58132"/>
                  </a:lnTo>
                  <a:lnTo>
                    <a:pt x="482488" y="27860"/>
                  </a:lnTo>
                  <a:lnTo>
                    <a:pt x="452173" y="7471"/>
                  </a:lnTo>
                  <a:lnTo>
                    <a:pt x="415036" y="0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71811" y="3841242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0" y="95250"/>
                  </a:moveTo>
                  <a:lnTo>
                    <a:pt x="7491" y="58132"/>
                  </a:lnTo>
                  <a:lnTo>
                    <a:pt x="27924" y="27860"/>
                  </a:lnTo>
                  <a:lnTo>
                    <a:pt x="58239" y="7471"/>
                  </a:lnTo>
                  <a:lnTo>
                    <a:pt x="95377" y="0"/>
                  </a:lnTo>
                  <a:lnTo>
                    <a:pt x="415036" y="0"/>
                  </a:lnTo>
                  <a:lnTo>
                    <a:pt x="452173" y="7471"/>
                  </a:lnTo>
                  <a:lnTo>
                    <a:pt x="482488" y="27860"/>
                  </a:lnTo>
                  <a:lnTo>
                    <a:pt x="502921" y="58132"/>
                  </a:lnTo>
                  <a:lnTo>
                    <a:pt x="510413" y="95250"/>
                  </a:lnTo>
                  <a:lnTo>
                    <a:pt x="510413" y="415036"/>
                  </a:lnTo>
                  <a:lnTo>
                    <a:pt x="502921" y="452100"/>
                  </a:lnTo>
                  <a:lnTo>
                    <a:pt x="482488" y="482377"/>
                  </a:lnTo>
                  <a:lnTo>
                    <a:pt x="452173" y="502796"/>
                  </a:lnTo>
                  <a:lnTo>
                    <a:pt x="415036" y="510286"/>
                  </a:lnTo>
                  <a:lnTo>
                    <a:pt x="95377" y="510286"/>
                  </a:lnTo>
                  <a:lnTo>
                    <a:pt x="58239" y="502796"/>
                  </a:lnTo>
                  <a:lnTo>
                    <a:pt x="27924" y="482377"/>
                  </a:lnTo>
                  <a:lnTo>
                    <a:pt x="7491" y="452100"/>
                  </a:lnTo>
                  <a:lnTo>
                    <a:pt x="0" y="415036"/>
                  </a:lnTo>
                  <a:lnTo>
                    <a:pt x="0" y="95250"/>
                  </a:lnTo>
                  <a:close/>
                </a:path>
              </a:pathLst>
            </a:custGeom>
            <a:ln w="7619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328909" y="3834981"/>
            <a:ext cx="19621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50" dirty="0">
                <a:solidFill>
                  <a:srgbClr val="333E6F"/>
                </a:solidFill>
                <a:latin typeface="Calibri"/>
                <a:cs typeface="Calibri"/>
              </a:rPr>
              <a:t>2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97361" y="3817111"/>
            <a:ext cx="23444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333E6F"/>
                </a:solidFill>
                <a:latin typeface="Calibri"/>
                <a:cs typeface="Calibri"/>
              </a:rPr>
              <a:t>Addictive</a:t>
            </a:r>
            <a:r>
              <a:rPr sz="2200" b="1" spc="-60" dirty="0">
                <a:solidFill>
                  <a:srgbClr val="333E6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3E6F"/>
                </a:solidFill>
                <a:latin typeface="Calibri"/>
                <a:cs typeface="Calibri"/>
              </a:rPr>
              <a:t>Gameplay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97361" y="4625771"/>
            <a:ext cx="2585085" cy="113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Designed</a:t>
            </a:r>
            <a:r>
              <a:rPr sz="1750" spc="5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100" dirty="0">
                <a:solidFill>
                  <a:srgbClr val="333E6F"/>
                </a:solidFill>
                <a:latin typeface="Arial MT"/>
                <a:cs typeface="Arial MT"/>
              </a:rPr>
              <a:t>to</a:t>
            </a:r>
            <a:r>
              <a:rPr sz="1750" spc="5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be</a:t>
            </a:r>
            <a:r>
              <a:rPr sz="175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333E6F"/>
                </a:solidFill>
                <a:latin typeface="Arial MT"/>
                <a:cs typeface="Arial MT"/>
              </a:rPr>
              <a:t>engaging </a:t>
            </a:r>
            <a:r>
              <a:rPr sz="1750" spc="60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750" spc="15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rewarding,</a:t>
            </a:r>
            <a:r>
              <a:rPr sz="1750" spc="1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333E6F"/>
                </a:solidFill>
                <a:latin typeface="Arial MT"/>
                <a:cs typeface="Arial MT"/>
              </a:rPr>
              <a:t>keeping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players</a:t>
            </a:r>
            <a:r>
              <a:rPr sz="1750" spc="17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35" dirty="0">
                <a:solidFill>
                  <a:srgbClr val="333E6F"/>
                </a:solidFill>
                <a:latin typeface="Arial MT"/>
                <a:cs typeface="Arial MT"/>
              </a:rPr>
              <a:t>hooked.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76340" y="6252845"/>
            <a:ext cx="518159" cy="518159"/>
            <a:chOff x="6276340" y="6252845"/>
            <a:chExt cx="518159" cy="518159"/>
          </a:xfrm>
        </p:grpSpPr>
        <p:sp>
          <p:nvSpPr>
            <p:cNvPr id="16" name="object 16"/>
            <p:cNvSpPr/>
            <p:nvPr/>
          </p:nvSpPr>
          <p:spPr>
            <a:xfrm>
              <a:off x="6280150" y="6256655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40">
                  <a:moveTo>
                    <a:pt x="415035" y="0"/>
                  </a:moveTo>
                  <a:lnTo>
                    <a:pt x="95250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415036"/>
                  </a:lnTo>
                  <a:lnTo>
                    <a:pt x="7489" y="452100"/>
                  </a:lnTo>
                  <a:lnTo>
                    <a:pt x="27908" y="482377"/>
                  </a:lnTo>
                  <a:lnTo>
                    <a:pt x="58185" y="502796"/>
                  </a:lnTo>
                  <a:lnTo>
                    <a:pt x="95250" y="510286"/>
                  </a:lnTo>
                  <a:lnTo>
                    <a:pt x="415035" y="510286"/>
                  </a:lnTo>
                  <a:lnTo>
                    <a:pt x="452153" y="502796"/>
                  </a:lnTo>
                  <a:lnTo>
                    <a:pt x="482425" y="482377"/>
                  </a:lnTo>
                  <a:lnTo>
                    <a:pt x="502814" y="452100"/>
                  </a:lnTo>
                  <a:lnTo>
                    <a:pt x="510285" y="415036"/>
                  </a:lnTo>
                  <a:lnTo>
                    <a:pt x="510285" y="95250"/>
                  </a:lnTo>
                  <a:lnTo>
                    <a:pt x="502814" y="58185"/>
                  </a:lnTo>
                  <a:lnTo>
                    <a:pt x="482425" y="27908"/>
                  </a:lnTo>
                  <a:lnTo>
                    <a:pt x="452153" y="7489"/>
                  </a:lnTo>
                  <a:lnTo>
                    <a:pt x="415035" y="0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80150" y="6256655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40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415035" y="0"/>
                  </a:lnTo>
                  <a:lnTo>
                    <a:pt x="452153" y="7489"/>
                  </a:lnTo>
                  <a:lnTo>
                    <a:pt x="482425" y="27908"/>
                  </a:lnTo>
                  <a:lnTo>
                    <a:pt x="502814" y="58185"/>
                  </a:lnTo>
                  <a:lnTo>
                    <a:pt x="510285" y="95250"/>
                  </a:lnTo>
                  <a:lnTo>
                    <a:pt x="510285" y="415036"/>
                  </a:lnTo>
                  <a:lnTo>
                    <a:pt x="502814" y="452100"/>
                  </a:lnTo>
                  <a:lnTo>
                    <a:pt x="482425" y="482377"/>
                  </a:lnTo>
                  <a:lnTo>
                    <a:pt x="452153" y="502796"/>
                  </a:lnTo>
                  <a:lnTo>
                    <a:pt x="415035" y="510286"/>
                  </a:lnTo>
                  <a:lnTo>
                    <a:pt x="95250" y="510286"/>
                  </a:lnTo>
                  <a:lnTo>
                    <a:pt x="58185" y="502796"/>
                  </a:lnTo>
                  <a:lnTo>
                    <a:pt x="27908" y="482377"/>
                  </a:lnTo>
                  <a:lnTo>
                    <a:pt x="7489" y="452100"/>
                  </a:lnTo>
                  <a:lnTo>
                    <a:pt x="0" y="415036"/>
                  </a:lnTo>
                  <a:lnTo>
                    <a:pt x="0" y="95250"/>
                  </a:lnTo>
                  <a:close/>
                </a:path>
              </a:pathLst>
            </a:custGeom>
            <a:ln w="7619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37503" y="6250775"/>
            <a:ext cx="19621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50" dirty="0">
                <a:solidFill>
                  <a:srgbClr val="333E6F"/>
                </a:solidFill>
                <a:latin typeface="Calibri"/>
                <a:cs typeface="Calibri"/>
              </a:rPr>
              <a:t>3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05319" y="6232905"/>
            <a:ext cx="5964555" cy="8489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solidFill>
                  <a:srgbClr val="333E6F"/>
                </a:solidFill>
                <a:latin typeface="Calibri"/>
                <a:cs typeface="Calibri"/>
              </a:rPr>
              <a:t>Mobile-</a:t>
            </a:r>
            <a:r>
              <a:rPr sz="2200" b="1" dirty="0">
                <a:solidFill>
                  <a:srgbClr val="333E6F"/>
                </a:solidFill>
                <a:latin typeface="Calibri"/>
                <a:cs typeface="Calibri"/>
              </a:rPr>
              <a:t>First</a:t>
            </a:r>
            <a:r>
              <a:rPr sz="2200" b="1" spc="5" dirty="0">
                <a:solidFill>
                  <a:srgbClr val="333E6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3E6F"/>
                </a:solidFill>
                <a:latin typeface="Calibri"/>
                <a:cs typeface="Calibri"/>
              </a:rPr>
              <a:t>Design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55" dirty="0">
                <a:solidFill>
                  <a:srgbClr val="333E6F"/>
                </a:solidFill>
                <a:latin typeface="Arial MT"/>
                <a:cs typeface="Arial MT"/>
              </a:rPr>
              <a:t>Optimized</a:t>
            </a:r>
            <a:r>
              <a:rPr sz="1750" spc="-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95" dirty="0">
                <a:solidFill>
                  <a:srgbClr val="333E6F"/>
                </a:solidFill>
                <a:latin typeface="Arial MT"/>
                <a:cs typeface="Arial MT"/>
              </a:rPr>
              <a:t>for</a:t>
            </a:r>
            <a:r>
              <a:rPr sz="1750" spc="-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seamless</a:t>
            </a:r>
            <a:r>
              <a:rPr sz="1750" spc="-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333E6F"/>
                </a:solidFill>
                <a:latin typeface="Arial MT"/>
                <a:cs typeface="Arial MT"/>
              </a:rPr>
              <a:t>performance</a:t>
            </a:r>
            <a:r>
              <a:rPr sz="1750" spc="-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85" dirty="0">
                <a:solidFill>
                  <a:srgbClr val="333E6F"/>
                </a:solidFill>
                <a:latin typeface="Arial MT"/>
                <a:cs typeface="Arial MT"/>
              </a:rPr>
              <a:t>on</a:t>
            </a:r>
            <a:r>
              <a:rPr sz="1750" spc="-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333E6F"/>
                </a:solidFill>
                <a:latin typeface="Arial MT"/>
                <a:cs typeface="Arial MT"/>
              </a:rPr>
              <a:t>Android</a:t>
            </a:r>
            <a:r>
              <a:rPr sz="17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333E6F"/>
                </a:solidFill>
                <a:latin typeface="Arial MT"/>
                <a:cs typeface="Arial MT"/>
              </a:rPr>
              <a:t>devices.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330453"/>
            <a:ext cx="6436995" cy="1416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00"/>
              </a:lnSpc>
            </a:pPr>
            <a:r>
              <a:rPr sz="4450" spc="-10" dirty="0"/>
              <a:t>Pick-Up-and-</a:t>
            </a:r>
            <a:r>
              <a:rPr sz="4450" dirty="0"/>
              <a:t>Play</a:t>
            </a:r>
            <a:r>
              <a:rPr sz="4450" spc="-125" dirty="0"/>
              <a:t> </a:t>
            </a:r>
            <a:r>
              <a:rPr sz="4450" spc="-10" dirty="0"/>
              <a:t>Simplicity </a:t>
            </a:r>
            <a:r>
              <a:rPr sz="4450" dirty="0"/>
              <a:t>with</a:t>
            </a:r>
            <a:r>
              <a:rPr sz="4450" spc="-114" dirty="0"/>
              <a:t> </a:t>
            </a:r>
            <a:r>
              <a:rPr sz="4450" spc="-10" dirty="0"/>
              <a:t>Rewarding</a:t>
            </a:r>
            <a:r>
              <a:rPr sz="4450" spc="-105" dirty="0"/>
              <a:t> </a:t>
            </a:r>
            <a:r>
              <a:rPr sz="4450" spc="-10" dirty="0"/>
              <a:t>Gameplay</a:t>
            </a:r>
            <a:endParaRPr sz="44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630" y="5888825"/>
            <a:ext cx="483273" cy="4832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3955" y="6541769"/>
            <a:ext cx="2065655" cy="1027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solidFill>
                  <a:srgbClr val="333E6F"/>
                </a:solidFill>
                <a:latin typeface="Calibri"/>
                <a:cs typeface="Calibri"/>
              </a:rPr>
              <a:t>Casual</a:t>
            </a:r>
            <a:r>
              <a:rPr sz="1900" b="1" spc="-55" dirty="0">
                <a:solidFill>
                  <a:srgbClr val="333E6F"/>
                </a:solidFill>
                <a:latin typeface="Calibri"/>
                <a:cs typeface="Calibri"/>
              </a:rPr>
              <a:t> </a:t>
            </a:r>
            <a:r>
              <a:rPr sz="1900" b="1" spc="-20" dirty="0">
                <a:solidFill>
                  <a:srgbClr val="333E6F"/>
                </a:solidFill>
                <a:latin typeface="Calibri"/>
                <a:cs typeface="Calibri"/>
              </a:rPr>
              <a:t>Games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33300"/>
              </a:lnSpc>
              <a:spcBef>
                <a:spcPts val="815"/>
              </a:spcBef>
            </a:pP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Explore</a:t>
            </a:r>
            <a:r>
              <a:rPr sz="15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a</a:t>
            </a:r>
            <a:r>
              <a:rPr sz="15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variety</a:t>
            </a:r>
            <a:r>
              <a:rPr sz="15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80" dirty="0">
                <a:solidFill>
                  <a:srgbClr val="333E6F"/>
                </a:solidFill>
                <a:latin typeface="Arial MT"/>
                <a:cs typeface="Arial MT"/>
              </a:rPr>
              <a:t>of</a:t>
            </a:r>
            <a:r>
              <a:rPr sz="1500" spc="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55" dirty="0">
                <a:solidFill>
                  <a:srgbClr val="333E6F"/>
                </a:solidFill>
                <a:latin typeface="Arial MT"/>
                <a:cs typeface="Arial MT"/>
              </a:rPr>
              <a:t>fun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500" spc="10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engaging</a:t>
            </a:r>
            <a:r>
              <a:rPr sz="1500" spc="12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333E6F"/>
                </a:solidFill>
                <a:latin typeface="Arial MT"/>
                <a:cs typeface="Arial MT"/>
              </a:rPr>
              <a:t>games.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0198" y="5911837"/>
            <a:ext cx="483273" cy="43724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357753" y="6541769"/>
            <a:ext cx="2155190" cy="1027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solidFill>
                  <a:srgbClr val="333E6F"/>
                </a:solidFill>
                <a:latin typeface="Calibri"/>
                <a:cs typeface="Calibri"/>
              </a:rPr>
              <a:t>Scoring</a:t>
            </a:r>
            <a:r>
              <a:rPr sz="1900" b="1" spc="-60" dirty="0">
                <a:solidFill>
                  <a:srgbClr val="333E6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333E6F"/>
                </a:solidFill>
                <a:latin typeface="Calibri"/>
                <a:cs typeface="Calibri"/>
              </a:rPr>
              <a:t>System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33300"/>
              </a:lnSpc>
              <a:spcBef>
                <a:spcPts val="815"/>
              </a:spcBef>
            </a:pPr>
            <a:r>
              <a:rPr sz="1500" spc="-20" dirty="0">
                <a:solidFill>
                  <a:srgbClr val="333E6F"/>
                </a:solidFill>
                <a:latin typeface="Arial MT"/>
                <a:cs typeface="Arial MT"/>
              </a:rPr>
              <a:t>Track</a:t>
            </a:r>
            <a:r>
              <a:rPr sz="1500" spc="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60" dirty="0">
                <a:solidFill>
                  <a:srgbClr val="333E6F"/>
                </a:solidFill>
                <a:latin typeface="Arial MT"/>
                <a:cs typeface="Arial MT"/>
              </a:rPr>
              <a:t>your</a:t>
            </a:r>
            <a:r>
              <a:rPr sz="15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progress</a:t>
            </a:r>
            <a:r>
              <a:rPr sz="1500" spc="2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333E6F"/>
                </a:solidFill>
                <a:latin typeface="Arial MT"/>
                <a:cs typeface="Arial MT"/>
              </a:rPr>
              <a:t>and </a:t>
            </a:r>
            <a:r>
              <a:rPr sz="1500" spc="45" dirty="0">
                <a:solidFill>
                  <a:srgbClr val="333E6F"/>
                </a:solidFill>
                <a:latin typeface="Arial MT"/>
                <a:cs typeface="Arial MT"/>
              </a:rPr>
              <a:t>compete</a:t>
            </a:r>
            <a:r>
              <a:rPr sz="1500" spc="-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75" dirty="0">
                <a:solidFill>
                  <a:srgbClr val="333E6F"/>
                </a:solidFill>
                <a:latin typeface="Arial MT"/>
                <a:cs typeface="Arial MT"/>
              </a:rPr>
              <a:t>with</a:t>
            </a:r>
            <a:r>
              <a:rPr sz="1500" spc="-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333E6F"/>
                </a:solidFill>
                <a:latin typeface="Arial MT"/>
                <a:cs typeface="Arial MT"/>
              </a:rPr>
              <a:t>friends.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63741" y="5888825"/>
            <a:ext cx="460260" cy="48327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51550" y="6541769"/>
            <a:ext cx="209931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10" dirty="0">
                <a:solidFill>
                  <a:srgbClr val="333E6F"/>
                </a:solidFill>
                <a:latin typeface="Calibri"/>
                <a:cs typeface="Calibri"/>
              </a:rPr>
              <a:t>User-</a:t>
            </a:r>
            <a:r>
              <a:rPr sz="1900" b="1" dirty="0">
                <a:solidFill>
                  <a:srgbClr val="333E6F"/>
                </a:solidFill>
                <a:latin typeface="Calibri"/>
                <a:cs typeface="Calibri"/>
              </a:rPr>
              <a:t>Friendly</a:t>
            </a:r>
            <a:r>
              <a:rPr sz="1900" b="1" spc="-30" dirty="0">
                <a:solidFill>
                  <a:srgbClr val="333E6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333E6F"/>
                </a:solidFill>
                <a:latin typeface="Calibri"/>
                <a:cs typeface="Calibri"/>
              </a:rPr>
              <a:t>Design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51550" y="7236053"/>
            <a:ext cx="23425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Enjoy</a:t>
            </a:r>
            <a:r>
              <a:rPr sz="1500" spc="-5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seamless</a:t>
            </a:r>
            <a:r>
              <a:rPr sz="1500" spc="-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333E6F"/>
                </a:solidFill>
                <a:latin typeface="Arial MT"/>
                <a:cs typeface="Arial MT"/>
              </a:rPr>
              <a:t>navigation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500" spc="55" dirty="0">
                <a:solidFill>
                  <a:srgbClr val="333E6F"/>
                </a:solidFill>
                <a:latin typeface="Arial MT"/>
                <a:cs typeface="Arial MT"/>
              </a:rPr>
              <a:t> intuitive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333E6F"/>
                </a:solidFill>
                <a:latin typeface="Arial MT"/>
                <a:cs typeface="Arial MT"/>
              </a:rPr>
              <a:t>controls.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1654" y="2628138"/>
            <a:ext cx="6967855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Fun</a:t>
            </a:r>
            <a:r>
              <a:rPr sz="1800" spc="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Games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is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packed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with</a:t>
            </a:r>
            <a:r>
              <a:rPr sz="1800" spc="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features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designed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to</a:t>
            </a:r>
            <a:r>
              <a:rPr sz="1800" spc="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enhance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 your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gaming</a:t>
            </a:r>
            <a:r>
              <a:rPr sz="1800" spc="8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experience.</a:t>
            </a:r>
            <a:r>
              <a:rPr sz="1800" spc="10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From</a:t>
            </a:r>
            <a:r>
              <a:rPr sz="1800" spc="9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a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diverse</a:t>
            </a:r>
            <a:r>
              <a:rPr sz="1800" spc="10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selection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of</a:t>
            </a:r>
            <a:r>
              <a:rPr sz="1800" spc="8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casual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games</a:t>
            </a:r>
            <a:r>
              <a:rPr sz="1800" spc="10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to</a:t>
            </a:r>
            <a:r>
              <a:rPr sz="1800" spc="9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333E6F"/>
                </a:solidFill>
                <a:latin typeface="Arial MT"/>
                <a:cs typeface="Arial MT"/>
              </a:rPr>
              <a:t>a 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comprehensive</a:t>
            </a:r>
            <a:r>
              <a:rPr sz="1800" spc="1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scoring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system</a:t>
            </a:r>
            <a:r>
              <a:rPr sz="1800" spc="1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800" spc="10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an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intuitive</a:t>
            </a:r>
            <a:r>
              <a:rPr sz="1800" spc="7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user</a:t>
            </a:r>
            <a:r>
              <a:rPr sz="1800" spc="114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E6F"/>
                </a:solidFill>
                <a:latin typeface="Arial MT"/>
                <a:cs typeface="Arial MT"/>
              </a:rPr>
              <a:t>interface,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we've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carefully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crafted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every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aspect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of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333E6F"/>
                </a:solidFill>
                <a:latin typeface="Arial MT"/>
                <a:cs typeface="Arial MT"/>
              </a:rPr>
              <a:t>our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app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to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provide </a:t>
            </a:r>
            <a:r>
              <a:rPr sz="1800" spc="95" dirty="0">
                <a:solidFill>
                  <a:srgbClr val="333E6F"/>
                </a:solidFill>
                <a:latin typeface="Arial MT"/>
                <a:cs typeface="Arial MT"/>
              </a:rPr>
              <a:t>maximum</a:t>
            </a:r>
            <a:r>
              <a:rPr sz="1800" spc="-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enjoyment</a:t>
            </a:r>
            <a:r>
              <a:rPr sz="1800" spc="-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E6F"/>
                </a:solidFill>
                <a:latin typeface="Arial MT"/>
                <a:cs typeface="Arial MT"/>
              </a:rPr>
              <a:t>engagement.</a:t>
            </a:r>
            <a:endParaRPr sz="1800">
              <a:latin typeface="Arial MT"/>
              <a:cs typeface="Arial MT"/>
            </a:endParaRPr>
          </a:p>
          <a:p>
            <a:pPr marL="12700" marR="387985">
              <a:lnSpc>
                <a:spcPct val="111100"/>
              </a:lnSpc>
            </a:pPr>
            <a:r>
              <a:rPr sz="1800" spc="75" dirty="0">
                <a:solidFill>
                  <a:srgbClr val="333E6F"/>
                </a:solidFill>
                <a:latin typeface="Arial MT"/>
                <a:cs typeface="Arial MT"/>
              </a:rPr>
              <a:t>Our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app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 isn't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just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333E6F"/>
                </a:solidFill>
                <a:latin typeface="Arial MT"/>
                <a:cs typeface="Arial MT"/>
              </a:rPr>
              <a:t>about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playing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games;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it's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333E6F"/>
                </a:solidFill>
                <a:latin typeface="Arial MT"/>
                <a:cs typeface="Arial MT"/>
              </a:rPr>
              <a:t>about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creating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333E6F"/>
                </a:solidFill>
                <a:latin typeface="Arial MT"/>
                <a:cs typeface="Arial MT"/>
              </a:rPr>
              <a:t>an 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immersive</a:t>
            </a:r>
            <a:r>
              <a:rPr sz="1800" spc="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rewarding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experience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for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our</a:t>
            </a:r>
            <a:r>
              <a:rPr sz="1800" spc="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users.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With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333E6F"/>
                </a:solidFill>
                <a:latin typeface="Arial MT"/>
                <a:cs typeface="Arial MT"/>
              </a:rPr>
              <a:t>Fun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Games, 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you'll</a:t>
            </a:r>
            <a:r>
              <a:rPr sz="1800" spc="-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discover</a:t>
            </a:r>
            <a:r>
              <a:rPr sz="1800" spc="-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world</a:t>
            </a:r>
            <a:r>
              <a:rPr sz="1800" spc="-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333E6F"/>
                </a:solidFill>
                <a:latin typeface="Arial MT"/>
                <a:cs typeface="Arial MT"/>
              </a:rPr>
              <a:t>entertainment</a:t>
            </a:r>
            <a:r>
              <a:rPr sz="1800" spc="-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E6F"/>
                </a:solidFill>
                <a:latin typeface="Arial MT"/>
                <a:cs typeface="Arial MT"/>
              </a:rPr>
              <a:t>cognitive </a:t>
            </a:r>
            <a:r>
              <a:rPr sz="1800" spc="70" dirty="0">
                <a:solidFill>
                  <a:srgbClr val="333E6F"/>
                </a:solidFill>
                <a:latin typeface="Arial MT"/>
                <a:cs typeface="Arial MT"/>
              </a:rPr>
              <a:t>stimulation</a:t>
            </a:r>
            <a:r>
              <a:rPr sz="1800" spc="-4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that</a:t>
            </a:r>
            <a:r>
              <a:rPr sz="1800" spc="-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keeps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you</a:t>
            </a:r>
            <a:r>
              <a:rPr sz="1800" spc="-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coming</a:t>
            </a:r>
            <a:r>
              <a:rPr sz="1800" spc="-2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back</a:t>
            </a:r>
            <a:r>
              <a:rPr sz="1800" spc="-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for</a:t>
            </a:r>
            <a:r>
              <a:rPr sz="1800" spc="-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more.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4AC95B3D-0684-E886-CEFE-A6A8DE6EB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517" y="488442"/>
            <a:ext cx="6235065" cy="119380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ts val="4690"/>
              </a:lnSpc>
              <a:spcBef>
                <a:spcPts val="20"/>
              </a:spcBef>
            </a:pPr>
            <a:r>
              <a:rPr sz="3750" dirty="0"/>
              <a:t>Game</a:t>
            </a:r>
            <a:r>
              <a:rPr sz="3750" spc="-90" dirty="0"/>
              <a:t> </a:t>
            </a:r>
            <a:r>
              <a:rPr sz="3750" spc="-20" dirty="0"/>
              <a:t>Variety:</a:t>
            </a:r>
            <a:r>
              <a:rPr sz="3750" spc="-85" dirty="0"/>
              <a:t> </a:t>
            </a:r>
            <a:r>
              <a:rPr sz="3750" dirty="0"/>
              <a:t>Puzzles,</a:t>
            </a:r>
            <a:r>
              <a:rPr sz="3750" spc="-60" dirty="0"/>
              <a:t> </a:t>
            </a:r>
            <a:r>
              <a:rPr sz="3750" spc="-10" dirty="0"/>
              <a:t>Reflex </a:t>
            </a:r>
            <a:r>
              <a:rPr sz="3750" dirty="0"/>
              <a:t>Challenges,</a:t>
            </a:r>
            <a:r>
              <a:rPr sz="3750" spc="-85" dirty="0"/>
              <a:t> </a:t>
            </a:r>
            <a:r>
              <a:rPr sz="3750" dirty="0"/>
              <a:t>and</a:t>
            </a:r>
            <a:r>
              <a:rPr sz="3750" spc="-70" dirty="0"/>
              <a:t> </a:t>
            </a:r>
            <a:r>
              <a:rPr sz="3750" dirty="0"/>
              <a:t>More</a:t>
            </a:r>
            <a:r>
              <a:rPr sz="3750" spc="-60" dirty="0"/>
              <a:t> </a:t>
            </a:r>
            <a:r>
              <a:rPr sz="3750" dirty="0"/>
              <a:t>to</a:t>
            </a:r>
            <a:r>
              <a:rPr sz="3750" spc="-60" dirty="0"/>
              <a:t> </a:t>
            </a:r>
            <a:r>
              <a:rPr sz="3750" spc="-10" dirty="0"/>
              <a:t>Come!</a:t>
            </a:r>
            <a:endParaRPr sz="3750"/>
          </a:p>
        </p:txBody>
      </p:sp>
      <p:grpSp>
        <p:nvGrpSpPr>
          <p:cNvPr id="3" name="object 3"/>
          <p:cNvGrpSpPr/>
          <p:nvPr/>
        </p:nvGrpSpPr>
        <p:grpSpPr>
          <a:xfrm>
            <a:off x="670445" y="2620898"/>
            <a:ext cx="7803515" cy="1132840"/>
            <a:chOff x="670445" y="2620898"/>
            <a:chExt cx="7803515" cy="1132840"/>
          </a:xfrm>
        </p:grpSpPr>
        <p:sp>
          <p:nvSpPr>
            <p:cNvPr id="4" name="object 4"/>
            <p:cNvSpPr/>
            <p:nvPr/>
          </p:nvSpPr>
          <p:spPr>
            <a:xfrm>
              <a:off x="674255" y="2624708"/>
              <a:ext cx="7795895" cy="1125220"/>
            </a:xfrm>
            <a:custGeom>
              <a:avLst/>
              <a:gdLst/>
              <a:ahLst/>
              <a:cxnLst/>
              <a:rect l="l" t="t" r="r" b="b"/>
              <a:pathLst>
                <a:path w="7795895" h="1125220">
                  <a:moveTo>
                    <a:pt x="7714602" y="0"/>
                  </a:moveTo>
                  <a:lnTo>
                    <a:pt x="80911" y="0"/>
                  </a:lnTo>
                  <a:lnTo>
                    <a:pt x="49415" y="6353"/>
                  </a:lnTo>
                  <a:lnTo>
                    <a:pt x="23696" y="23685"/>
                  </a:lnTo>
                  <a:lnTo>
                    <a:pt x="6357" y="49399"/>
                  </a:lnTo>
                  <a:lnTo>
                    <a:pt x="0" y="80899"/>
                  </a:lnTo>
                  <a:lnTo>
                    <a:pt x="0" y="1044193"/>
                  </a:lnTo>
                  <a:lnTo>
                    <a:pt x="6357" y="1075713"/>
                  </a:lnTo>
                  <a:lnTo>
                    <a:pt x="23696" y="1101471"/>
                  </a:lnTo>
                  <a:lnTo>
                    <a:pt x="49415" y="1118846"/>
                  </a:lnTo>
                  <a:lnTo>
                    <a:pt x="80911" y="1125219"/>
                  </a:lnTo>
                  <a:lnTo>
                    <a:pt x="7714602" y="1125219"/>
                  </a:lnTo>
                  <a:lnTo>
                    <a:pt x="7746102" y="1118846"/>
                  </a:lnTo>
                  <a:lnTo>
                    <a:pt x="7771815" y="1101470"/>
                  </a:lnTo>
                  <a:lnTo>
                    <a:pt x="7789147" y="1075713"/>
                  </a:lnTo>
                  <a:lnTo>
                    <a:pt x="7795501" y="1044193"/>
                  </a:lnTo>
                  <a:lnTo>
                    <a:pt x="7795501" y="80899"/>
                  </a:lnTo>
                  <a:lnTo>
                    <a:pt x="7789147" y="49399"/>
                  </a:lnTo>
                  <a:lnTo>
                    <a:pt x="7771815" y="23685"/>
                  </a:lnTo>
                  <a:lnTo>
                    <a:pt x="7746102" y="6353"/>
                  </a:lnTo>
                  <a:lnTo>
                    <a:pt x="7714602" y="0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4255" y="2624708"/>
              <a:ext cx="7795895" cy="1125220"/>
            </a:xfrm>
            <a:custGeom>
              <a:avLst/>
              <a:gdLst/>
              <a:ahLst/>
              <a:cxnLst/>
              <a:rect l="l" t="t" r="r" b="b"/>
              <a:pathLst>
                <a:path w="7795895" h="1125220">
                  <a:moveTo>
                    <a:pt x="0" y="80899"/>
                  </a:moveTo>
                  <a:lnTo>
                    <a:pt x="6357" y="49399"/>
                  </a:lnTo>
                  <a:lnTo>
                    <a:pt x="23696" y="23685"/>
                  </a:lnTo>
                  <a:lnTo>
                    <a:pt x="49415" y="6353"/>
                  </a:lnTo>
                  <a:lnTo>
                    <a:pt x="80911" y="0"/>
                  </a:lnTo>
                  <a:lnTo>
                    <a:pt x="7714602" y="0"/>
                  </a:lnTo>
                  <a:lnTo>
                    <a:pt x="7746102" y="6353"/>
                  </a:lnTo>
                  <a:lnTo>
                    <a:pt x="7771815" y="23685"/>
                  </a:lnTo>
                  <a:lnTo>
                    <a:pt x="7789147" y="49399"/>
                  </a:lnTo>
                  <a:lnTo>
                    <a:pt x="7795501" y="80899"/>
                  </a:lnTo>
                  <a:lnTo>
                    <a:pt x="7795501" y="1044193"/>
                  </a:lnTo>
                  <a:lnTo>
                    <a:pt x="7789147" y="1075713"/>
                  </a:lnTo>
                  <a:lnTo>
                    <a:pt x="7771815" y="1101470"/>
                  </a:lnTo>
                  <a:lnTo>
                    <a:pt x="7746102" y="1118846"/>
                  </a:lnTo>
                  <a:lnTo>
                    <a:pt x="7714602" y="1125219"/>
                  </a:lnTo>
                  <a:lnTo>
                    <a:pt x="80911" y="1125219"/>
                  </a:lnTo>
                  <a:lnTo>
                    <a:pt x="49415" y="1118846"/>
                  </a:lnTo>
                  <a:lnTo>
                    <a:pt x="23696" y="1101471"/>
                  </a:lnTo>
                  <a:lnTo>
                    <a:pt x="6357" y="1075713"/>
                  </a:lnTo>
                  <a:lnTo>
                    <a:pt x="0" y="1044193"/>
                  </a:lnTo>
                  <a:lnTo>
                    <a:pt x="0" y="80899"/>
                  </a:lnTo>
                  <a:close/>
                </a:path>
              </a:pathLst>
            </a:custGeom>
            <a:ln w="7619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61771" y="2806700"/>
            <a:ext cx="2235200" cy="715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0" dirty="0">
                <a:solidFill>
                  <a:srgbClr val="333E6F"/>
                </a:solidFill>
                <a:latin typeface="Calibri"/>
                <a:cs typeface="Calibri"/>
              </a:rPr>
              <a:t>Puzzles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Brain-teasing</a:t>
            </a:r>
            <a:r>
              <a:rPr sz="1500" spc="254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333E6F"/>
                </a:solidFill>
                <a:latin typeface="Arial MT"/>
                <a:cs typeface="Arial MT"/>
              </a:rPr>
              <a:t>challenges.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0445" y="3938651"/>
            <a:ext cx="7803515" cy="1132840"/>
            <a:chOff x="670445" y="3938651"/>
            <a:chExt cx="7803515" cy="1132840"/>
          </a:xfrm>
        </p:grpSpPr>
        <p:sp>
          <p:nvSpPr>
            <p:cNvPr id="8" name="object 8"/>
            <p:cNvSpPr/>
            <p:nvPr/>
          </p:nvSpPr>
          <p:spPr>
            <a:xfrm>
              <a:off x="674255" y="3942461"/>
              <a:ext cx="7795895" cy="1125220"/>
            </a:xfrm>
            <a:custGeom>
              <a:avLst/>
              <a:gdLst/>
              <a:ahLst/>
              <a:cxnLst/>
              <a:rect l="l" t="t" r="r" b="b"/>
              <a:pathLst>
                <a:path w="7795895" h="1125220">
                  <a:moveTo>
                    <a:pt x="7714602" y="0"/>
                  </a:moveTo>
                  <a:lnTo>
                    <a:pt x="80911" y="0"/>
                  </a:lnTo>
                  <a:lnTo>
                    <a:pt x="49415" y="6373"/>
                  </a:lnTo>
                  <a:lnTo>
                    <a:pt x="23696" y="23749"/>
                  </a:lnTo>
                  <a:lnTo>
                    <a:pt x="6357" y="49506"/>
                  </a:lnTo>
                  <a:lnTo>
                    <a:pt x="0" y="81025"/>
                  </a:lnTo>
                  <a:lnTo>
                    <a:pt x="0" y="1044320"/>
                  </a:lnTo>
                  <a:lnTo>
                    <a:pt x="6357" y="1075820"/>
                  </a:lnTo>
                  <a:lnTo>
                    <a:pt x="23696" y="1101534"/>
                  </a:lnTo>
                  <a:lnTo>
                    <a:pt x="49415" y="1118866"/>
                  </a:lnTo>
                  <a:lnTo>
                    <a:pt x="80911" y="1125220"/>
                  </a:lnTo>
                  <a:lnTo>
                    <a:pt x="7714602" y="1125220"/>
                  </a:lnTo>
                  <a:lnTo>
                    <a:pt x="7746102" y="1118866"/>
                  </a:lnTo>
                  <a:lnTo>
                    <a:pt x="7771815" y="1101534"/>
                  </a:lnTo>
                  <a:lnTo>
                    <a:pt x="7789147" y="1075820"/>
                  </a:lnTo>
                  <a:lnTo>
                    <a:pt x="7795501" y="1044320"/>
                  </a:lnTo>
                  <a:lnTo>
                    <a:pt x="7795501" y="81025"/>
                  </a:lnTo>
                  <a:lnTo>
                    <a:pt x="7789147" y="49506"/>
                  </a:lnTo>
                  <a:lnTo>
                    <a:pt x="7771815" y="23749"/>
                  </a:lnTo>
                  <a:lnTo>
                    <a:pt x="7746102" y="6373"/>
                  </a:lnTo>
                  <a:lnTo>
                    <a:pt x="7714602" y="0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4255" y="3942461"/>
              <a:ext cx="7795895" cy="1125220"/>
            </a:xfrm>
            <a:custGeom>
              <a:avLst/>
              <a:gdLst/>
              <a:ahLst/>
              <a:cxnLst/>
              <a:rect l="l" t="t" r="r" b="b"/>
              <a:pathLst>
                <a:path w="7795895" h="1125220">
                  <a:moveTo>
                    <a:pt x="0" y="81025"/>
                  </a:moveTo>
                  <a:lnTo>
                    <a:pt x="6357" y="49506"/>
                  </a:lnTo>
                  <a:lnTo>
                    <a:pt x="23696" y="23749"/>
                  </a:lnTo>
                  <a:lnTo>
                    <a:pt x="49415" y="6373"/>
                  </a:lnTo>
                  <a:lnTo>
                    <a:pt x="80911" y="0"/>
                  </a:lnTo>
                  <a:lnTo>
                    <a:pt x="7714602" y="0"/>
                  </a:lnTo>
                  <a:lnTo>
                    <a:pt x="7746102" y="6373"/>
                  </a:lnTo>
                  <a:lnTo>
                    <a:pt x="7771815" y="23749"/>
                  </a:lnTo>
                  <a:lnTo>
                    <a:pt x="7789147" y="49506"/>
                  </a:lnTo>
                  <a:lnTo>
                    <a:pt x="7795501" y="81025"/>
                  </a:lnTo>
                  <a:lnTo>
                    <a:pt x="7795501" y="1044320"/>
                  </a:lnTo>
                  <a:lnTo>
                    <a:pt x="7789147" y="1075820"/>
                  </a:lnTo>
                  <a:lnTo>
                    <a:pt x="7771815" y="1101534"/>
                  </a:lnTo>
                  <a:lnTo>
                    <a:pt x="7746102" y="1118866"/>
                  </a:lnTo>
                  <a:lnTo>
                    <a:pt x="7714602" y="1125220"/>
                  </a:lnTo>
                  <a:lnTo>
                    <a:pt x="80911" y="1125220"/>
                  </a:lnTo>
                  <a:lnTo>
                    <a:pt x="49415" y="1118866"/>
                  </a:lnTo>
                  <a:lnTo>
                    <a:pt x="23696" y="1101534"/>
                  </a:lnTo>
                  <a:lnTo>
                    <a:pt x="6357" y="1075820"/>
                  </a:lnTo>
                  <a:lnTo>
                    <a:pt x="0" y="1044320"/>
                  </a:lnTo>
                  <a:lnTo>
                    <a:pt x="0" y="81025"/>
                  </a:lnTo>
                  <a:close/>
                </a:path>
              </a:pathLst>
            </a:custGeom>
            <a:ln w="7619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1771" y="4124959"/>
            <a:ext cx="2107565" cy="715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20" dirty="0">
                <a:solidFill>
                  <a:srgbClr val="333E6F"/>
                </a:solidFill>
                <a:latin typeface="Calibri"/>
                <a:cs typeface="Calibri"/>
              </a:rPr>
              <a:t>LUDO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500" spc="-35" dirty="0">
                <a:solidFill>
                  <a:srgbClr val="333E6F"/>
                </a:solidFill>
                <a:latin typeface="Arial MT"/>
                <a:cs typeface="Arial MT"/>
              </a:rPr>
              <a:t>Test</a:t>
            </a:r>
            <a:r>
              <a:rPr sz="1500" spc="7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60" dirty="0">
                <a:solidFill>
                  <a:srgbClr val="333E6F"/>
                </a:solidFill>
                <a:latin typeface="Arial MT"/>
                <a:cs typeface="Arial MT"/>
              </a:rPr>
              <a:t>your</a:t>
            </a:r>
            <a:r>
              <a:rPr sz="1500" spc="7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reaction</a:t>
            </a:r>
            <a:r>
              <a:rPr sz="1500" spc="6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30" dirty="0">
                <a:solidFill>
                  <a:srgbClr val="333E6F"/>
                </a:solidFill>
                <a:latin typeface="Arial MT"/>
                <a:cs typeface="Arial MT"/>
              </a:rPr>
              <a:t>time.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0445" y="5256529"/>
            <a:ext cx="7803515" cy="1132840"/>
            <a:chOff x="670445" y="5256529"/>
            <a:chExt cx="7803515" cy="1132840"/>
          </a:xfrm>
        </p:grpSpPr>
        <p:sp>
          <p:nvSpPr>
            <p:cNvPr id="12" name="object 12"/>
            <p:cNvSpPr/>
            <p:nvPr/>
          </p:nvSpPr>
          <p:spPr>
            <a:xfrm>
              <a:off x="674255" y="5260339"/>
              <a:ext cx="7795895" cy="1125220"/>
            </a:xfrm>
            <a:custGeom>
              <a:avLst/>
              <a:gdLst/>
              <a:ahLst/>
              <a:cxnLst/>
              <a:rect l="l" t="t" r="r" b="b"/>
              <a:pathLst>
                <a:path w="7795895" h="1125220">
                  <a:moveTo>
                    <a:pt x="7714602" y="0"/>
                  </a:moveTo>
                  <a:lnTo>
                    <a:pt x="80911" y="0"/>
                  </a:lnTo>
                  <a:lnTo>
                    <a:pt x="49415" y="6353"/>
                  </a:lnTo>
                  <a:lnTo>
                    <a:pt x="23696" y="23685"/>
                  </a:lnTo>
                  <a:lnTo>
                    <a:pt x="6357" y="49399"/>
                  </a:lnTo>
                  <a:lnTo>
                    <a:pt x="0" y="80899"/>
                  </a:lnTo>
                  <a:lnTo>
                    <a:pt x="0" y="1044194"/>
                  </a:lnTo>
                  <a:lnTo>
                    <a:pt x="6357" y="1075693"/>
                  </a:lnTo>
                  <a:lnTo>
                    <a:pt x="23696" y="1101407"/>
                  </a:lnTo>
                  <a:lnTo>
                    <a:pt x="49415" y="1118739"/>
                  </a:lnTo>
                  <a:lnTo>
                    <a:pt x="80911" y="1125093"/>
                  </a:lnTo>
                  <a:lnTo>
                    <a:pt x="7714602" y="1125093"/>
                  </a:lnTo>
                  <a:lnTo>
                    <a:pt x="7746102" y="1118739"/>
                  </a:lnTo>
                  <a:lnTo>
                    <a:pt x="7771815" y="1101407"/>
                  </a:lnTo>
                  <a:lnTo>
                    <a:pt x="7789147" y="1075693"/>
                  </a:lnTo>
                  <a:lnTo>
                    <a:pt x="7795501" y="1044194"/>
                  </a:lnTo>
                  <a:lnTo>
                    <a:pt x="7795501" y="80899"/>
                  </a:lnTo>
                  <a:lnTo>
                    <a:pt x="7789147" y="49399"/>
                  </a:lnTo>
                  <a:lnTo>
                    <a:pt x="7771815" y="23685"/>
                  </a:lnTo>
                  <a:lnTo>
                    <a:pt x="7746102" y="6353"/>
                  </a:lnTo>
                  <a:lnTo>
                    <a:pt x="7714602" y="0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255" y="5260339"/>
              <a:ext cx="7795895" cy="1125220"/>
            </a:xfrm>
            <a:custGeom>
              <a:avLst/>
              <a:gdLst/>
              <a:ahLst/>
              <a:cxnLst/>
              <a:rect l="l" t="t" r="r" b="b"/>
              <a:pathLst>
                <a:path w="7795895" h="1125220">
                  <a:moveTo>
                    <a:pt x="0" y="80899"/>
                  </a:moveTo>
                  <a:lnTo>
                    <a:pt x="6357" y="49399"/>
                  </a:lnTo>
                  <a:lnTo>
                    <a:pt x="23696" y="23685"/>
                  </a:lnTo>
                  <a:lnTo>
                    <a:pt x="49415" y="6353"/>
                  </a:lnTo>
                  <a:lnTo>
                    <a:pt x="80911" y="0"/>
                  </a:lnTo>
                  <a:lnTo>
                    <a:pt x="7714602" y="0"/>
                  </a:lnTo>
                  <a:lnTo>
                    <a:pt x="7746102" y="6353"/>
                  </a:lnTo>
                  <a:lnTo>
                    <a:pt x="7771815" y="23685"/>
                  </a:lnTo>
                  <a:lnTo>
                    <a:pt x="7789147" y="49399"/>
                  </a:lnTo>
                  <a:lnTo>
                    <a:pt x="7795501" y="80899"/>
                  </a:lnTo>
                  <a:lnTo>
                    <a:pt x="7795501" y="1044194"/>
                  </a:lnTo>
                  <a:lnTo>
                    <a:pt x="7789147" y="1075693"/>
                  </a:lnTo>
                  <a:lnTo>
                    <a:pt x="7771815" y="1101407"/>
                  </a:lnTo>
                  <a:lnTo>
                    <a:pt x="7746102" y="1118739"/>
                  </a:lnTo>
                  <a:lnTo>
                    <a:pt x="7714602" y="1125093"/>
                  </a:lnTo>
                  <a:lnTo>
                    <a:pt x="80911" y="1125093"/>
                  </a:lnTo>
                  <a:lnTo>
                    <a:pt x="49415" y="1118739"/>
                  </a:lnTo>
                  <a:lnTo>
                    <a:pt x="23696" y="1101407"/>
                  </a:lnTo>
                  <a:lnTo>
                    <a:pt x="6357" y="1075693"/>
                  </a:lnTo>
                  <a:lnTo>
                    <a:pt x="0" y="1044194"/>
                  </a:lnTo>
                  <a:lnTo>
                    <a:pt x="0" y="80899"/>
                  </a:lnTo>
                  <a:close/>
                </a:path>
              </a:pathLst>
            </a:custGeom>
            <a:ln w="7619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61771" y="5442965"/>
            <a:ext cx="2781935" cy="715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dirty="0">
                <a:solidFill>
                  <a:srgbClr val="333E6F"/>
                </a:solidFill>
                <a:latin typeface="Calibri"/>
                <a:cs typeface="Calibri"/>
              </a:rPr>
              <a:t>Tic</a:t>
            </a:r>
            <a:r>
              <a:rPr sz="1850" b="1" spc="-55" dirty="0">
                <a:solidFill>
                  <a:srgbClr val="333E6F"/>
                </a:solidFill>
                <a:latin typeface="Calibri"/>
                <a:cs typeface="Calibri"/>
              </a:rPr>
              <a:t> </a:t>
            </a:r>
            <a:r>
              <a:rPr sz="1850" b="1" spc="-35" dirty="0">
                <a:solidFill>
                  <a:srgbClr val="333E6F"/>
                </a:solidFill>
                <a:latin typeface="Calibri"/>
                <a:cs typeface="Calibri"/>
              </a:rPr>
              <a:t>Tac</a:t>
            </a:r>
            <a:r>
              <a:rPr sz="1850" b="1" spc="-30" dirty="0">
                <a:solidFill>
                  <a:srgbClr val="333E6F"/>
                </a:solidFill>
                <a:latin typeface="Calibri"/>
                <a:cs typeface="Calibri"/>
              </a:rPr>
              <a:t> </a:t>
            </a:r>
            <a:r>
              <a:rPr sz="1850" b="1" spc="-25" dirty="0">
                <a:solidFill>
                  <a:srgbClr val="333E6F"/>
                </a:solidFill>
                <a:latin typeface="Calibri"/>
                <a:cs typeface="Calibri"/>
              </a:rPr>
              <a:t>Toe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Plan</a:t>
            </a:r>
            <a:r>
              <a:rPr sz="1500" spc="2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65" dirty="0">
                <a:solidFill>
                  <a:srgbClr val="333E6F"/>
                </a:solidFill>
                <a:latin typeface="Arial MT"/>
                <a:cs typeface="Arial MT"/>
              </a:rPr>
              <a:t>your</a:t>
            </a:r>
            <a:r>
              <a:rPr sz="15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every</a:t>
            </a:r>
            <a:r>
              <a:rPr sz="15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move</a:t>
            </a:r>
            <a:r>
              <a:rPr sz="15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333E6F"/>
                </a:solidFill>
                <a:latin typeface="Arial MT"/>
                <a:cs typeface="Arial MT"/>
              </a:rPr>
              <a:t>carefully.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70445" y="6574281"/>
            <a:ext cx="7803515" cy="1132840"/>
            <a:chOff x="670445" y="6574281"/>
            <a:chExt cx="7803515" cy="1132840"/>
          </a:xfrm>
        </p:grpSpPr>
        <p:sp>
          <p:nvSpPr>
            <p:cNvPr id="16" name="object 16"/>
            <p:cNvSpPr/>
            <p:nvPr/>
          </p:nvSpPr>
          <p:spPr>
            <a:xfrm>
              <a:off x="674255" y="6578091"/>
              <a:ext cx="7795895" cy="1125220"/>
            </a:xfrm>
            <a:custGeom>
              <a:avLst/>
              <a:gdLst/>
              <a:ahLst/>
              <a:cxnLst/>
              <a:rect l="l" t="t" r="r" b="b"/>
              <a:pathLst>
                <a:path w="7795895" h="1125220">
                  <a:moveTo>
                    <a:pt x="7714602" y="0"/>
                  </a:moveTo>
                  <a:lnTo>
                    <a:pt x="80911" y="0"/>
                  </a:lnTo>
                  <a:lnTo>
                    <a:pt x="49415" y="6353"/>
                  </a:lnTo>
                  <a:lnTo>
                    <a:pt x="23696" y="23685"/>
                  </a:lnTo>
                  <a:lnTo>
                    <a:pt x="6357" y="49399"/>
                  </a:lnTo>
                  <a:lnTo>
                    <a:pt x="0" y="80898"/>
                  </a:lnTo>
                  <a:lnTo>
                    <a:pt x="0" y="1044206"/>
                  </a:lnTo>
                  <a:lnTo>
                    <a:pt x="6357" y="1075705"/>
                  </a:lnTo>
                  <a:lnTo>
                    <a:pt x="23696" y="1101428"/>
                  </a:lnTo>
                  <a:lnTo>
                    <a:pt x="49415" y="1118771"/>
                  </a:lnTo>
                  <a:lnTo>
                    <a:pt x="80911" y="1125131"/>
                  </a:lnTo>
                  <a:lnTo>
                    <a:pt x="7714602" y="1125131"/>
                  </a:lnTo>
                  <a:lnTo>
                    <a:pt x="7746102" y="1118771"/>
                  </a:lnTo>
                  <a:lnTo>
                    <a:pt x="7771815" y="1101428"/>
                  </a:lnTo>
                  <a:lnTo>
                    <a:pt x="7789147" y="1075705"/>
                  </a:lnTo>
                  <a:lnTo>
                    <a:pt x="7795501" y="1044206"/>
                  </a:lnTo>
                  <a:lnTo>
                    <a:pt x="7795501" y="80898"/>
                  </a:lnTo>
                  <a:lnTo>
                    <a:pt x="7789147" y="49399"/>
                  </a:lnTo>
                  <a:lnTo>
                    <a:pt x="7771815" y="23685"/>
                  </a:lnTo>
                  <a:lnTo>
                    <a:pt x="7746102" y="6353"/>
                  </a:lnTo>
                  <a:lnTo>
                    <a:pt x="7714602" y="0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4255" y="6578091"/>
              <a:ext cx="7795895" cy="1125220"/>
            </a:xfrm>
            <a:custGeom>
              <a:avLst/>
              <a:gdLst/>
              <a:ahLst/>
              <a:cxnLst/>
              <a:rect l="l" t="t" r="r" b="b"/>
              <a:pathLst>
                <a:path w="7795895" h="1125220">
                  <a:moveTo>
                    <a:pt x="0" y="80898"/>
                  </a:moveTo>
                  <a:lnTo>
                    <a:pt x="6357" y="49399"/>
                  </a:lnTo>
                  <a:lnTo>
                    <a:pt x="23696" y="23685"/>
                  </a:lnTo>
                  <a:lnTo>
                    <a:pt x="49415" y="6353"/>
                  </a:lnTo>
                  <a:lnTo>
                    <a:pt x="80911" y="0"/>
                  </a:lnTo>
                  <a:lnTo>
                    <a:pt x="7714602" y="0"/>
                  </a:lnTo>
                  <a:lnTo>
                    <a:pt x="7746102" y="6353"/>
                  </a:lnTo>
                  <a:lnTo>
                    <a:pt x="7771815" y="23685"/>
                  </a:lnTo>
                  <a:lnTo>
                    <a:pt x="7789147" y="49399"/>
                  </a:lnTo>
                  <a:lnTo>
                    <a:pt x="7795501" y="80898"/>
                  </a:lnTo>
                  <a:lnTo>
                    <a:pt x="7795501" y="1044206"/>
                  </a:lnTo>
                  <a:lnTo>
                    <a:pt x="7789147" y="1075705"/>
                  </a:lnTo>
                  <a:lnTo>
                    <a:pt x="7771815" y="1101428"/>
                  </a:lnTo>
                  <a:lnTo>
                    <a:pt x="7746102" y="1118771"/>
                  </a:lnTo>
                  <a:lnTo>
                    <a:pt x="7714602" y="1125131"/>
                  </a:lnTo>
                  <a:lnTo>
                    <a:pt x="80911" y="1125131"/>
                  </a:lnTo>
                  <a:lnTo>
                    <a:pt x="49415" y="1118771"/>
                  </a:lnTo>
                  <a:lnTo>
                    <a:pt x="23696" y="1101428"/>
                  </a:lnTo>
                  <a:lnTo>
                    <a:pt x="6357" y="1075705"/>
                  </a:lnTo>
                  <a:lnTo>
                    <a:pt x="0" y="1044206"/>
                  </a:lnTo>
                  <a:lnTo>
                    <a:pt x="0" y="80898"/>
                  </a:lnTo>
                  <a:close/>
                </a:path>
              </a:pathLst>
            </a:custGeom>
            <a:ln w="7620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61771" y="6760870"/>
            <a:ext cx="3336925" cy="715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20" dirty="0">
                <a:solidFill>
                  <a:srgbClr val="333E6F"/>
                </a:solidFill>
                <a:latin typeface="Calibri"/>
                <a:cs typeface="Calibri"/>
              </a:rPr>
              <a:t>More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Exciting</a:t>
            </a:r>
            <a:r>
              <a:rPr sz="15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new</a:t>
            </a:r>
            <a:r>
              <a:rPr sz="1500" spc="7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games</a:t>
            </a:r>
            <a:r>
              <a:rPr sz="1500" spc="10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are</a:t>
            </a:r>
            <a:r>
              <a:rPr sz="1500" spc="7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33E6F"/>
                </a:solidFill>
                <a:latin typeface="Arial MT"/>
                <a:cs typeface="Arial MT"/>
              </a:rPr>
              <a:t>coming</a:t>
            </a:r>
            <a:r>
              <a:rPr sz="1500" spc="8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333E6F"/>
                </a:solidFill>
                <a:latin typeface="Arial MT"/>
                <a:cs typeface="Arial MT"/>
              </a:rPr>
              <a:t>soon.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BA637793-2D1B-8DF4-304A-F999A283C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2D9C49ED-0E2B-D93D-1A6E-B8297277B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933" y="216456"/>
            <a:ext cx="3508415" cy="7796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4611" y="999454"/>
            <a:ext cx="7038340" cy="1346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700"/>
              </a:lnSpc>
              <a:spcBef>
                <a:spcPts val="100"/>
              </a:spcBef>
            </a:pPr>
            <a:r>
              <a:rPr sz="4100" dirty="0"/>
              <a:t>Android</a:t>
            </a:r>
            <a:r>
              <a:rPr sz="4100" spc="-135" dirty="0"/>
              <a:t> </a:t>
            </a:r>
            <a:r>
              <a:rPr sz="4100" dirty="0"/>
              <a:t>Studio,</a:t>
            </a:r>
            <a:r>
              <a:rPr sz="4100" spc="-140" dirty="0"/>
              <a:t> </a:t>
            </a:r>
            <a:r>
              <a:rPr sz="4100" dirty="0"/>
              <a:t>Java,</a:t>
            </a:r>
            <a:r>
              <a:rPr sz="4100" spc="-105" dirty="0"/>
              <a:t> </a:t>
            </a:r>
            <a:r>
              <a:rPr sz="4100" dirty="0"/>
              <a:t>Firebase</a:t>
            </a:r>
            <a:r>
              <a:rPr sz="4100" spc="-114" dirty="0"/>
              <a:t> </a:t>
            </a:r>
            <a:r>
              <a:rPr sz="4100" spc="-50" dirty="0"/>
              <a:t>- </a:t>
            </a:r>
            <a:r>
              <a:rPr sz="4100" dirty="0"/>
              <a:t>Powering</a:t>
            </a:r>
            <a:r>
              <a:rPr sz="4100" spc="-85" dirty="0"/>
              <a:t> </a:t>
            </a:r>
            <a:r>
              <a:rPr sz="4100" dirty="0"/>
              <a:t>a</a:t>
            </a:r>
            <a:r>
              <a:rPr sz="4100" spc="-85" dirty="0"/>
              <a:t> </a:t>
            </a:r>
            <a:r>
              <a:rPr sz="4100" dirty="0"/>
              <a:t>Seamless</a:t>
            </a:r>
            <a:r>
              <a:rPr sz="4100" spc="-85" dirty="0"/>
              <a:t> </a:t>
            </a:r>
            <a:r>
              <a:rPr sz="4100" spc="-10" dirty="0"/>
              <a:t>Experience</a:t>
            </a:r>
            <a:endParaRPr sz="4100"/>
          </a:p>
        </p:txBody>
      </p:sp>
      <p:sp>
        <p:nvSpPr>
          <p:cNvPr id="4" name="object 4"/>
          <p:cNvSpPr txBox="1"/>
          <p:nvPr/>
        </p:nvSpPr>
        <p:spPr>
          <a:xfrm>
            <a:off x="2094102" y="3550666"/>
            <a:ext cx="4780915" cy="332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dirty="0">
                <a:solidFill>
                  <a:srgbClr val="333E6F"/>
                </a:solidFill>
                <a:latin typeface="Calibri"/>
                <a:cs typeface="Calibri"/>
              </a:rPr>
              <a:t>Android</a:t>
            </a:r>
            <a:r>
              <a:rPr sz="2050" b="1" spc="-65" dirty="0">
                <a:solidFill>
                  <a:srgbClr val="333E6F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333E6F"/>
                </a:solidFill>
                <a:latin typeface="Calibri"/>
                <a:cs typeface="Calibri"/>
              </a:rPr>
              <a:t>Studio</a:t>
            </a:r>
            <a:endParaRPr sz="2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650" dirty="0">
                <a:solidFill>
                  <a:srgbClr val="333E6F"/>
                </a:solidFill>
                <a:latin typeface="Arial MT"/>
                <a:cs typeface="Arial MT"/>
              </a:rPr>
              <a:t>The</a:t>
            </a:r>
            <a:r>
              <a:rPr sz="1650" spc="-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45" dirty="0">
                <a:solidFill>
                  <a:srgbClr val="333E6F"/>
                </a:solidFill>
                <a:latin typeface="Arial MT"/>
                <a:cs typeface="Arial MT"/>
              </a:rPr>
              <a:t>official</a:t>
            </a:r>
            <a:r>
              <a:rPr sz="1650" spc="-7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-60" dirty="0">
                <a:solidFill>
                  <a:srgbClr val="333E6F"/>
                </a:solidFill>
                <a:latin typeface="Arial MT"/>
                <a:cs typeface="Arial MT"/>
              </a:rPr>
              <a:t>IDE</a:t>
            </a:r>
            <a:r>
              <a:rPr sz="1650" spc="-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100" dirty="0">
                <a:solidFill>
                  <a:srgbClr val="333E6F"/>
                </a:solidFill>
                <a:latin typeface="Arial MT"/>
                <a:cs typeface="Arial MT"/>
              </a:rPr>
              <a:t>for</a:t>
            </a:r>
            <a:r>
              <a:rPr sz="1650" spc="-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65" dirty="0">
                <a:solidFill>
                  <a:srgbClr val="333E6F"/>
                </a:solidFill>
                <a:latin typeface="Arial MT"/>
                <a:cs typeface="Arial MT"/>
              </a:rPr>
              <a:t>Android</a:t>
            </a:r>
            <a:r>
              <a:rPr sz="1650" spc="-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65" dirty="0">
                <a:solidFill>
                  <a:srgbClr val="333E6F"/>
                </a:solidFill>
                <a:latin typeface="Arial MT"/>
                <a:cs typeface="Arial MT"/>
              </a:rPr>
              <a:t>app</a:t>
            </a:r>
            <a:r>
              <a:rPr sz="1650" spc="-4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45" dirty="0">
                <a:solidFill>
                  <a:srgbClr val="333E6F"/>
                </a:solidFill>
                <a:latin typeface="Arial MT"/>
                <a:cs typeface="Arial MT"/>
              </a:rPr>
              <a:t>development.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50" b="1" spc="-20" dirty="0">
                <a:solidFill>
                  <a:srgbClr val="333E6F"/>
                </a:solidFill>
                <a:latin typeface="Calibri"/>
                <a:cs typeface="Calibri"/>
              </a:rPr>
              <a:t>Java</a:t>
            </a:r>
            <a:endParaRPr sz="2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650" dirty="0">
                <a:solidFill>
                  <a:srgbClr val="333E6F"/>
                </a:solidFill>
                <a:latin typeface="Arial MT"/>
                <a:cs typeface="Arial MT"/>
              </a:rPr>
              <a:t>A</a:t>
            </a:r>
            <a:r>
              <a:rPr sz="1650" spc="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70" dirty="0">
                <a:solidFill>
                  <a:srgbClr val="333E6F"/>
                </a:solidFill>
                <a:latin typeface="Arial MT"/>
                <a:cs typeface="Arial MT"/>
              </a:rPr>
              <a:t>robust</a:t>
            </a:r>
            <a:r>
              <a:rPr sz="1650" spc="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65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650" spc="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333E6F"/>
                </a:solidFill>
                <a:latin typeface="Arial MT"/>
                <a:cs typeface="Arial MT"/>
              </a:rPr>
              <a:t>versatile</a:t>
            </a:r>
            <a:r>
              <a:rPr sz="1650" spc="-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70" dirty="0">
                <a:solidFill>
                  <a:srgbClr val="333E6F"/>
                </a:solidFill>
                <a:latin typeface="Arial MT"/>
                <a:cs typeface="Arial MT"/>
              </a:rPr>
              <a:t>programming</a:t>
            </a:r>
            <a:r>
              <a:rPr sz="1650" spc="-2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333E6F"/>
                </a:solidFill>
                <a:latin typeface="Arial MT"/>
                <a:cs typeface="Arial MT"/>
              </a:rPr>
              <a:t>language.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50" b="1" spc="-10" dirty="0">
                <a:solidFill>
                  <a:srgbClr val="333E6F"/>
                </a:solidFill>
                <a:latin typeface="Calibri"/>
                <a:cs typeface="Calibri"/>
              </a:rPr>
              <a:t>Firebase</a:t>
            </a:r>
            <a:endParaRPr sz="2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650" dirty="0">
                <a:solidFill>
                  <a:srgbClr val="333E6F"/>
                </a:solidFill>
                <a:latin typeface="Arial MT"/>
                <a:cs typeface="Arial MT"/>
              </a:rPr>
              <a:t>Google's</a:t>
            </a:r>
            <a:r>
              <a:rPr sz="1650" spc="-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75" dirty="0">
                <a:solidFill>
                  <a:srgbClr val="333E6F"/>
                </a:solidFill>
                <a:latin typeface="Arial MT"/>
                <a:cs typeface="Arial MT"/>
              </a:rPr>
              <a:t>mobile</a:t>
            </a:r>
            <a:r>
              <a:rPr sz="16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90" dirty="0">
                <a:solidFill>
                  <a:srgbClr val="333E6F"/>
                </a:solidFill>
                <a:latin typeface="Arial MT"/>
                <a:cs typeface="Arial MT"/>
              </a:rPr>
              <a:t>platform</a:t>
            </a:r>
            <a:r>
              <a:rPr sz="16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100" dirty="0">
                <a:solidFill>
                  <a:srgbClr val="333E6F"/>
                </a:solidFill>
                <a:latin typeface="Arial MT"/>
                <a:cs typeface="Arial MT"/>
              </a:rPr>
              <a:t>for</a:t>
            </a:r>
            <a:r>
              <a:rPr sz="1650" spc="2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333E6F"/>
                </a:solidFill>
                <a:latin typeface="Arial MT"/>
                <a:cs typeface="Arial MT"/>
              </a:rPr>
              <a:t>analytics</a:t>
            </a:r>
            <a:r>
              <a:rPr sz="1650" spc="-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65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650" spc="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650" spc="45" dirty="0">
                <a:solidFill>
                  <a:srgbClr val="333E6F"/>
                </a:solidFill>
                <a:latin typeface="Arial MT"/>
                <a:cs typeface="Arial MT"/>
              </a:rPr>
              <a:t>more.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349" y="3364179"/>
            <a:ext cx="1053350" cy="3792308"/>
          </a:xfrm>
          <a:prstGeom prst="rect">
            <a:avLst/>
          </a:prstGeom>
        </p:spPr>
      </p:pic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064E88D-3927-1361-D763-5532442AA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531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5959" y="3103575"/>
            <a:ext cx="840422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dirty="0"/>
              <a:t>Intuitive</a:t>
            </a:r>
            <a:r>
              <a:rPr sz="3950" spc="-125" dirty="0"/>
              <a:t> </a:t>
            </a:r>
            <a:r>
              <a:rPr sz="3950" dirty="0"/>
              <a:t>Design</a:t>
            </a:r>
            <a:r>
              <a:rPr sz="3950" spc="-130" dirty="0"/>
              <a:t> </a:t>
            </a:r>
            <a:r>
              <a:rPr sz="3950" dirty="0"/>
              <a:t>for</a:t>
            </a:r>
            <a:r>
              <a:rPr sz="3950" spc="-130" dirty="0"/>
              <a:t> </a:t>
            </a:r>
            <a:r>
              <a:rPr sz="3950" spc="-10" dirty="0"/>
              <a:t>Effortless</a:t>
            </a:r>
            <a:r>
              <a:rPr sz="3950" spc="-130" dirty="0"/>
              <a:t> </a:t>
            </a:r>
            <a:r>
              <a:rPr sz="3950" spc="-10" dirty="0"/>
              <a:t>Navigation</a:t>
            </a:r>
            <a:endParaRPr sz="3950"/>
          </a:p>
        </p:txBody>
      </p:sp>
      <p:grpSp>
        <p:nvGrpSpPr>
          <p:cNvPr id="4" name="object 4"/>
          <p:cNvGrpSpPr/>
          <p:nvPr/>
        </p:nvGrpSpPr>
        <p:grpSpPr>
          <a:xfrm>
            <a:off x="9489440" y="4076953"/>
            <a:ext cx="1145540" cy="3543935"/>
            <a:chOff x="9489440" y="4076953"/>
            <a:chExt cx="1145540" cy="3543935"/>
          </a:xfrm>
        </p:grpSpPr>
        <p:sp>
          <p:nvSpPr>
            <p:cNvPr id="5" name="object 5"/>
            <p:cNvSpPr/>
            <p:nvPr/>
          </p:nvSpPr>
          <p:spPr>
            <a:xfrm>
              <a:off x="9489440" y="4076953"/>
              <a:ext cx="925194" cy="3543935"/>
            </a:xfrm>
            <a:custGeom>
              <a:avLst/>
              <a:gdLst/>
              <a:ahLst/>
              <a:cxnLst/>
              <a:rect l="l" t="t" r="r" b="b"/>
              <a:pathLst>
                <a:path w="925195" h="3543934">
                  <a:moveTo>
                    <a:pt x="708660" y="449199"/>
                  </a:moveTo>
                  <a:lnTo>
                    <a:pt x="703580" y="444119"/>
                  </a:lnTo>
                  <a:lnTo>
                    <a:pt x="5207" y="444119"/>
                  </a:lnTo>
                  <a:lnTo>
                    <a:pt x="0" y="449199"/>
                  </a:lnTo>
                  <a:lnTo>
                    <a:pt x="0" y="455549"/>
                  </a:lnTo>
                  <a:lnTo>
                    <a:pt x="0" y="461772"/>
                  </a:lnTo>
                  <a:lnTo>
                    <a:pt x="5207" y="466979"/>
                  </a:lnTo>
                  <a:lnTo>
                    <a:pt x="703580" y="466979"/>
                  </a:lnTo>
                  <a:lnTo>
                    <a:pt x="708660" y="461772"/>
                  </a:lnTo>
                  <a:lnTo>
                    <a:pt x="708660" y="449199"/>
                  </a:lnTo>
                  <a:close/>
                </a:path>
                <a:path w="925195" h="3543934">
                  <a:moveTo>
                    <a:pt x="925068" y="5080"/>
                  </a:moveTo>
                  <a:lnTo>
                    <a:pt x="919861" y="0"/>
                  </a:lnTo>
                  <a:lnTo>
                    <a:pt x="907288" y="0"/>
                  </a:lnTo>
                  <a:lnTo>
                    <a:pt x="902208" y="5080"/>
                  </a:lnTo>
                  <a:lnTo>
                    <a:pt x="902208" y="11430"/>
                  </a:lnTo>
                  <a:lnTo>
                    <a:pt x="902208" y="3538410"/>
                  </a:lnTo>
                  <a:lnTo>
                    <a:pt x="907288" y="3543516"/>
                  </a:lnTo>
                  <a:lnTo>
                    <a:pt x="919861" y="3543516"/>
                  </a:lnTo>
                  <a:lnTo>
                    <a:pt x="925068" y="3538410"/>
                  </a:lnTo>
                  <a:lnTo>
                    <a:pt x="925068" y="5080"/>
                  </a:lnTo>
                  <a:close/>
                </a:path>
              </a:pathLst>
            </a:custGeom>
            <a:solidFill>
              <a:srgbClr val="BBD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75240" y="4304664"/>
              <a:ext cx="455930" cy="455930"/>
            </a:xfrm>
            <a:custGeom>
              <a:avLst/>
              <a:gdLst/>
              <a:ahLst/>
              <a:cxnLst/>
              <a:rect l="l" t="t" r="r" b="b"/>
              <a:pathLst>
                <a:path w="455929" h="455929">
                  <a:moveTo>
                    <a:pt x="370458" y="0"/>
                  </a:moveTo>
                  <a:lnTo>
                    <a:pt x="85089" y="0"/>
                  </a:lnTo>
                  <a:lnTo>
                    <a:pt x="51970" y="6687"/>
                  </a:lnTo>
                  <a:lnTo>
                    <a:pt x="24923" y="24923"/>
                  </a:lnTo>
                  <a:lnTo>
                    <a:pt x="6687" y="51970"/>
                  </a:lnTo>
                  <a:lnTo>
                    <a:pt x="0" y="85089"/>
                  </a:lnTo>
                  <a:lnTo>
                    <a:pt x="0" y="370459"/>
                  </a:lnTo>
                  <a:lnTo>
                    <a:pt x="6687" y="403578"/>
                  </a:lnTo>
                  <a:lnTo>
                    <a:pt x="24923" y="430625"/>
                  </a:lnTo>
                  <a:lnTo>
                    <a:pt x="51970" y="448861"/>
                  </a:lnTo>
                  <a:lnTo>
                    <a:pt x="85089" y="455549"/>
                  </a:lnTo>
                  <a:lnTo>
                    <a:pt x="370458" y="455549"/>
                  </a:lnTo>
                  <a:lnTo>
                    <a:pt x="403578" y="448861"/>
                  </a:lnTo>
                  <a:lnTo>
                    <a:pt x="430625" y="430625"/>
                  </a:lnTo>
                  <a:lnTo>
                    <a:pt x="448861" y="403578"/>
                  </a:lnTo>
                  <a:lnTo>
                    <a:pt x="455549" y="370459"/>
                  </a:lnTo>
                  <a:lnTo>
                    <a:pt x="455549" y="85089"/>
                  </a:lnTo>
                  <a:lnTo>
                    <a:pt x="448861" y="51970"/>
                  </a:lnTo>
                  <a:lnTo>
                    <a:pt x="430625" y="24923"/>
                  </a:lnTo>
                  <a:lnTo>
                    <a:pt x="403578" y="6687"/>
                  </a:lnTo>
                  <a:lnTo>
                    <a:pt x="370458" y="0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175240" y="4304664"/>
              <a:ext cx="455930" cy="455930"/>
            </a:xfrm>
            <a:custGeom>
              <a:avLst/>
              <a:gdLst/>
              <a:ahLst/>
              <a:cxnLst/>
              <a:rect l="l" t="t" r="r" b="b"/>
              <a:pathLst>
                <a:path w="455929" h="455929">
                  <a:moveTo>
                    <a:pt x="0" y="85089"/>
                  </a:moveTo>
                  <a:lnTo>
                    <a:pt x="6687" y="51970"/>
                  </a:lnTo>
                  <a:lnTo>
                    <a:pt x="24923" y="24923"/>
                  </a:lnTo>
                  <a:lnTo>
                    <a:pt x="51970" y="6687"/>
                  </a:lnTo>
                  <a:lnTo>
                    <a:pt x="85089" y="0"/>
                  </a:lnTo>
                  <a:lnTo>
                    <a:pt x="370458" y="0"/>
                  </a:lnTo>
                  <a:lnTo>
                    <a:pt x="403578" y="6687"/>
                  </a:lnTo>
                  <a:lnTo>
                    <a:pt x="430625" y="24923"/>
                  </a:lnTo>
                  <a:lnTo>
                    <a:pt x="448861" y="51970"/>
                  </a:lnTo>
                  <a:lnTo>
                    <a:pt x="455549" y="85089"/>
                  </a:lnTo>
                  <a:lnTo>
                    <a:pt x="455549" y="370459"/>
                  </a:lnTo>
                  <a:lnTo>
                    <a:pt x="448861" y="403578"/>
                  </a:lnTo>
                  <a:lnTo>
                    <a:pt x="430625" y="430625"/>
                  </a:lnTo>
                  <a:lnTo>
                    <a:pt x="403578" y="448861"/>
                  </a:lnTo>
                  <a:lnTo>
                    <a:pt x="370458" y="455549"/>
                  </a:lnTo>
                  <a:lnTo>
                    <a:pt x="85089" y="455549"/>
                  </a:lnTo>
                  <a:lnTo>
                    <a:pt x="51970" y="448861"/>
                  </a:lnTo>
                  <a:lnTo>
                    <a:pt x="24923" y="430625"/>
                  </a:lnTo>
                  <a:lnTo>
                    <a:pt x="6687" y="403578"/>
                  </a:lnTo>
                  <a:lnTo>
                    <a:pt x="0" y="370459"/>
                  </a:lnTo>
                  <a:lnTo>
                    <a:pt x="0" y="85089"/>
                  </a:lnTo>
                  <a:close/>
                </a:path>
              </a:pathLst>
            </a:custGeom>
            <a:ln w="7620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315702" y="4298696"/>
            <a:ext cx="17716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b="1" spc="-50" dirty="0">
                <a:solidFill>
                  <a:srgbClr val="333E6F"/>
                </a:solidFill>
                <a:latin typeface="Calibri"/>
                <a:cs typeface="Calibri"/>
              </a:rPr>
              <a:t>1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5045" y="4256913"/>
            <a:ext cx="2457450" cy="762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25220">
              <a:lnSpc>
                <a:spcPct val="100000"/>
              </a:lnSpc>
              <a:spcBef>
                <a:spcPts val="105"/>
              </a:spcBef>
            </a:pPr>
            <a:r>
              <a:rPr sz="1950" b="1" dirty="0">
                <a:solidFill>
                  <a:srgbClr val="333E6F"/>
                </a:solidFill>
                <a:latin typeface="Calibri"/>
                <a:cs typeface="Calibri"/>
              </a:rPr>
              <a:t>Clean</a:t>
            </a:r>
            <a:r>
              <a:rPr sz="1950" b="1" spc="-55" dirty="0">
                <a:solidFill>
                  <a:srgbClr val="333E6F"/>
                </a:solidFill>
                <a:latin typeface="Calibri"/>
                <a:cs typeface="Calibri"/>
              </a:rPr>
              <a:t> </a:t>
            </a:r>
            <a:r>
              <a:rPr sz="1950" b="1" spc="-10" dirty="0">
                <a:solidFill>
                  <a:srgbClr val="333E6F"/>
                </a:solidFill>
                <a:latin typeface="Calibri"/>
                <a:cs typeface="Calibri"/>
              </a:rPr>
              <a:t>Layout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1550" spc="-55" dirty="0">
                <a:solidFill>
                  <a:srgbClr val="333E6F"/>
                </a:solidFill>
                <a:latin typeface="Arial MT"/>
                <a:cs typeface="Arial MT"/>
              </a:rPr>
              <a:t>Easy-</a:t>
            </a:r>
            <a:r>
              <a:rPr sz="1550" spc="60" dirty="0">
                <a:solidFill>
                  <a:srgbClr val="333E6F"/>
                </a:solidFill>
                <a:latin typeface="Arial MT"/>
                <a:cs typeface="Arial MT"/>
              </a:rPr>
              <a:t>to-</a:t>
            </a:r>
            <a:r>
              <a:rPr sz="1550" spc="55" dirty="0">
                <a:solidFill>
                  <a:srgbClr val="333E6F"/>
                </a:solidFill>
                <a:latin typeface="Arial MT"/>
                <a:cs typeface="Arial MT"/>
              </a:rPr>
              <a:t>understand</a:t>
            </a:r>
            <a:r>
              <a:rPr sz="1550" spc="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50" spc="45" dirty="0">
                <a:solidFill>
                  <a:srgbClr val="333E6F"/>
                </a:solidFill>
                <a:latin typeface="Arial MT"/>
                <a:cs typeface="Arial MT"/>
              </a:rPr>
              <a:t>menu.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171430" y="5313298"/>
            <a:ext cx="1145540" cy="463550"/>
            <a:chOff x="10171430" y="5313298"/>
            <a:chExt cx="1145540" cy="463550"/>
          </a:xfrm>
        </p:grpSpPr>
        <p:sp>
          <p:nvSpPr>
            <p:cNvPr id="11" name="object 11"/>
            <p:cNvSpPr/>
            <p:nvPr/>
          </p:nvSpPr>
          <p:spPr>
            <a:xfrm>
              <a:off x="10607929" y="5533389"/>
              <a:ext cx="708660" cy="22860"/>
            </a:xfrm>
            <a:custGeom>
              <a:avLst/>
              <a:gdLst/>
              <a:ahLst/>
              <a:cxnLst/>
              <a:rect l="l" t="t" r="r" b="b"/>
              <a:pathLst>
                <a:path w="708659" h="22860">
                  <a:moveTo>
                    <a:pt x="703579" y="0"/>
                  </a:moveTo>
                  <a:lnTo>
                    <a:pt x="5079" y="0"/>
                  </a:lnTo>
                  <a:lnTo>
                    <a:pt x="0" y="5207"/>
                  </a:lnTo>
                  <a:lnTo>
                    <a:pt x="0" y="11430"/>
                  </a:lnTo>
                  <a:lnTo>
                    <a:pt x="0" y="17780"/>
                  </a:lnTo>
                  <a:lnTo>
                    <a:pt x="5079" y="22860"/>
                  </a:lnTo>
                  <a:lnTo>
                    <a:pt x="703579" y="22860"/>
                  </a:lnTo>
                  <a:lnTo>
                    <a:pt x="708660" y="17780"/>
                  </a:lnTo>
                  <a:lnTo>
                    <a:pt x="708660" y="5207"/>
                  </a:lnTo>
                  <a:lnTo>
                    <a:pt x="703579" y="0"/>
                  </a:lnTo>
                  <a:close/>
                </a:path>
              </a:pathLst>
            </a:custGeom>
            <a:solidFill>
              <a:srgbClr val="BBD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175240" y="5317108"/>
              <a:ext cx="455930" cy="455930"/>
            </a:xfrm>
            <a:custGeom>
              <a:avLst/>
              <a:gdLst/>
              <a:ahLst/>
              <a:cxnLst/>
              <a:rect l="l" t="t" r="r" b="b"/>
              <a:pathLst>
                <a:path w="455929" h="455929">
                  <a:moveTo>
                    <a:pt x="370458" y="0"/>
                  </a:moveTo>
                  <a:lnTo>
                    <a:pt x="85089" y="0"/>
                  </a:lnTo>
                  <a:lnTo>
                    <a:pt x="51970" y="6687"/>
                  </a:lnTo>
                  <a:lnTo>
                    <a:pt x="24923" y="24923"/>
                  </a:lnTo>
                  <a:lnTo>
                    <a:pt x="6687" y="51970"/>
                  </a:lnTo>
                  <a:lnTo>
                    <a:pt x="0" y="85090"/>
                  </a:lnTo>
                  <a:lnTo>
                    <a:pt x="0" y="370459"/>
                  </a:lnTo>
                  <a:lnTo>
                    <a:pt x="6687" y="403578"/>
                  </a:lnTo>
                  <a:lnTo>
                    <a:pt x="24923" y="430625"/>
                  </a:lnTo>
                  <a:lnTo>
                    <a:pt x="51970" y="448861"/>
                  </a:lnTo>
                  <a:lnTo>
                    <a:pt x="85089" y="455549"/>
                  </a:lnTo>
                  <a:lnTo>
                    <a:pt x="370458" y="455549"/>
                  </a:lnTo>
                  <a:lnTo>
                    <a:pt x="403578" y="448861"/>
                  </a:lnTo>
                  <a:lnTo>
                    <a:pt x="430625" y="430625"/>
                  </a:lnTo>
                  <a:lnTo>
                    <a:pt x="448861" y="403578"/>
                  </a:lnTo>
                  <a:lnTo>
                    <a:pt x="455549" y="370459"/>
                  </a:lnTo>
                  <a:lnTo>
                    <a:pt x="455549" y="85090"/>
                  </a:lnTo>
                  <a:lnTo>
                    <a:pt x="448861" y="51970"/>
                  </a:lnTo>
                  <a:lnTo>
                    <a:pt x="430625" y="24923"/>
                  </a:lnTo>
                  <a:lnTo>
                    <a:pt x="403578" y="6687"/>
                  </a:lnTo>
                  <a:lnTo>
                    <a:pt x="370458" y="0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75240" y="5317108"/>
              <a:ext cx="455930" cy="455930"/>
            </a:xfrm>
            <a:custGeom>
              <a:avLst/>
              <a:gdLst/>
              <a:ahLst/>
              <a:cxnLst/>
              <a:rect l="l" t="t" r="r" b="b"/>
              <a:pathLst>
                <a:path w="455929" h="455929">
                  <a:moveTo>
                    <a:pt x="0" y="85090"/>
                  </a:moveTo>
                  <a:lnTo>
                    <a:pt x="6687" y="51970"/>
                  </a:lnTo>
                  <a:lnTo>
                    <a:pt x="24923" y="24923"/>
                  </a:lnTo>
                  <a:lnTo>
                    <a:pt x="51970" y="6687"/>
                  </a:lnTo>
                  <a:lnTo>
                    <a:pt x="85089" y="0"/>
                  </a:lnTo>
                  <a:lnTo>
                    <a:pt x="370458" y="0"/>
                  </a:lnTo>
                  <a:lnTo>
                    <a:pt x="403578" y="6687"/>
                  </a:lnTo>
                  <a:lnTo>
                    <a:pt x="430625" y="24923"/>
                  </a:lnTo>
                  <a:lnTo>
                    <a:pt x="448861" y="51970"/>
                  </a:lnTo>
                  <a:lnTo>
                    <a:pt x="455549" y="85090"/>
                  </a:lnTo>
                  <a:lnTo>
                    <a:pt x="455549" y="370459"/>
                  </a:lnTo>
                  <a:lnTo>
                    <a:pt x="448861" y="403578"/>
                  </a:lnTo>
                  <a:lnTo>
                    <a:pt x="430625" y="430625"/>
                  </a:lnTo>
                  <a:lnTo>
                    <a:pt x="403578" y="448861"/>
                  </a:lnTo>
                  <a:lnTo>
                    <a:pt x="370458" y="455549"/>
                  </a:lnTo>
                  <a:lnTo>
                    <a:pt x="85089" y="455549"/>
                  </a:lnTo>
                  <a:lnTo>
                    <a:pt x="51970" y="448861"/>
                  </a:lnTo>
                  <a:lnTo>
                    <a:pt x="24923" y="430625"/>
                  </a:lnTo>
                  <a:lnTo>
                    <a:pt x="6687" y="403578"/>
                  </a:lnTo>
                  <a:lnTo>
                    <a:pt x="0" y="370459"/>
                  </a:lnTo>
                  <a:lnTo>
                    <a:pt x="0" y="85090"/>
                  </a:lnTo>
                  <a:close/>
                </a:path>
              </a:pathLst>
            </a:custGeom>
            <a:ln w="7620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315447" y="5311266"/>
            <a:ext cx="17716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b="1" spc="-50" dirty="0">
                <a:solidFill>
                  <a:srgbClr val="333E6F"/>
                </a:solidFill>
                <a:latin typeface="Calibri"/>
                <a:cs typeface="Calibri"/>
              </a:rPr>
              <a:t>2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505056" y="5269483"/>
            <a:ext cx="2873375" cy="762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dirty="0">
                <a:solidFill>
                  <a:srgbClr val="333E6F"/>
                </a:solidFill>
                <a:latin typeface="Calibri"/>
                <a:cs typeface="Calibri"/>
              </a:rPr>
              <a:t>Smooth</a:t>
            </a:r>
            <a:r>
              <a:rPr sz="1950" b="1" spc="-45" dirty="0">
                <a:solidFill>
                  <a:srgbClr val="333E6F"/>
                </a:solidFill>
                <a:latin typeface="Calibri"/>
                <a:cs typeface="Calibri"/>
              </a:rPr>
              <a:t> </a:t>
            </a:r>
            <a:r>
              <a:rPr sz="1950" b="1" spc="-10" dirty="0">
                <a:solidFill>
                  <a:srgbClr val="333E6F"/>
                </a:solidFill>
                <a:latin typeface="Calibri"/>
                <a:cs typeface="Calibri"/>
              </a:rPr>
              <a:t>Transitions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1550" spc="-10" dirty="0">
                <a:solidFill>
                  <a:srgbClr val="333E6F"/>
                </a:solidFill>
                <a:latin typeface="Arial MT"/>
                <a:cs typeface="Arial MT"/>
              </a:rPr>
              <a:t>Seamless</a:t>
            </a:r>
            <a:r>
              <a:rPr sz="1550" spc="-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50" spc="60" dirty="0">
                <a:solidFill>
                  <a:srgbClr val="333E6F"/>
                </a:solidFill>
                <a:latin typeface="Arial MT"/>
                <a:cs typeface="Arial MT"/>
              </a:rPr>
              <a:t>flow</a:t>
            </a:r>
            <a:r>
              <a:rPr sz="1550" spc="-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50" spc="45" dirty="0">
                <a:solidFill>
                  <a:srgbClr val="333E6F"/>
                </a:solidFill>
                <a:latin typeface="Arial MT"/>
                <a:cs typeface="Arial MT"/>
              </a:rPr>
              <a:t>between</a:t>
            </a:r>
            <a:r>
              <a:rPr sz="1550" spc="-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333E6F"/>
                </a:solidFill>
                <a:latin typeface="Arial MT"/>
                <a:cs typeface="Arial MT"/>
              </a:rPr>
              <a:t>games.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489440" y="6224523"/>
            <a:ext cx="1145540" cy="463550"/>
            <a:chOff x="9489440" y="6224523"/>
            <a:chExt cx="1145540" cy="463550"/>
          </a:xfrm>
        </p:grpSpPr>
        <p:sp>
          <p:nvSpPr>
            <p:cNvPr id="17" name="object 17"/>
            <p:cNvSpPr/>
            <p:nvPr/>
          </p:nvSpPr>
          <p:spPr>
            <a:xfrm>
              <a:off x="9489440" y="6444614"/>
              <a:ext cx="708660" cy="22860"/>
            </a:xfrm>
            <a:custGeom>
              <a:avLst/>
              <a:gdLst/>
              <a:ahLst/>
              <a:cxnLst/>
              <a:rect l="l" t="t" r="r" b="b"/>
              <a:pathLst>
                <a:path w="708659" h="22860">
                  <a:moveTo>
                    <a:pt x="703579" y="0"/>
                  </a:moveTo>
                  <a:lnTo>
                    <a:pt x="5206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17780"/>
                  </a:lnTo>
                  <a:lnTo>
                    <a:pt x="5206" y="22860"/>
                  </a:lnTo>
                  <a:lnTo>
                    <a:pt x="703579" y="22860"/>
                  </a:lnTo>
                  <a:lnTo>
                    <a:pt x="708659" y="17780"/>
                  </a:lnTo>
                  <a:lnTo>
                    <a:pt x="708659" y="5080"/>
                  </a:lnTo>
                  <a:lnTo>
                    <a:pt x="703579" y="0"/>
                  </a:lnTo>
                  <a:close/>
                </a:path>
              </a:pathLst>
            </a:custGeom>
            <a:solidFill>
              <a:srgbClr val="BBD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175240" y="6228333"/>
              <a:ext cx="455930" cy="455930"/>
            </a:xfrm>
            <a:custGeom>
              <a:avLst/>
              <a:gdLst/>
              <a:ahLst/>
              <a:cxnLst/>
              <a:rect l="l" t="t" r="r" b="b"/>
              <a:pathLst>
                <a:path w="455929" h="455929">
                  <a:moveTo>
                    <a:pt x="370458" y="0"/>
                  </a:moveTo>
                  <a:lnTo>
                    <a:pt x="85089" y="0"/>
                  </a:lnTo>
                  <a:lnTo>
                    <a:pt x="51970" y="6667"/>
                  </a:lnTo>
                  <a:lnTo>
                    <a:pt x="24923" y="24860"/>
                  </a:lnTo>
                  <a:lnTo>
                    <a:pt x="6687" y="51863"/>
                  </a:lnTo>
                  <a:lnTo>
                    <a:pt x="0" y="84963"/>
                  </a:lnTo>
                  <a:lnTo>
                    <a:pt x="0" y="370459"/>
                  </a:lnTo>
                  <a:lnTo>
                    <a:pt x="6687" y="403558"/>
                  </a:lnTo>
                  <a:lnTo>
                    <a:pt x="24923" y="430561"/>
                  </a:lnTo>
                  <a:lnTo>
                    <a:pt x="51970" y="448754"/>
                  </a:lnTo>
                  <a:lnTo>
                    <a:pt x="85089" y="455422"/>
                  </a:lnTo>
                  <a:lnTo>
                    <a:pt x="370458" y="455422"/>
                  </a:lnTo>
                  <a:lnTo>
                    <a:pt x="403578" y="448754"/>
                  </a:lnTo>
                  <a:lnTo>
                    <a:pt x="430625" y="430561"/>
                  </a:lnTo>
                  <a:lnTo>
                    <a:pt x="448861" y="403558"/>
                  </a:lnTo>
                  <a:lnTo>
                    <a:pt x="455549" y="370459"/>
                  </a:lnTo>
                  <a:lnTo>
                    <a:pt x="455549" y="84963"/>
                  </a:lnTo>
                  <a:lnTo>
                    <a:pt x="448861" y="51863"/>
                  </a:lnTo>
                  <a:lnTo>
                    <a:pt x="430625" y="24860"/>
                  </a:lnTo>
                  <a:lnTo>
                    <a:pt x="403578" y="6667"/>
                  </a:lnTo>
                  <a:lnTo>
                    <a:pt x="370458" y="0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175240" y="6228333"/>
              <a:ext cx="455930" cy="455930"/>
            </a:xfrm>
            <a:custGeom>
              <a:avLst/>
              <a:gdLst/>
              <a:ahLst/>
              <a:cxnLst/>
              <a:rect l="l" t="t" r="r" b="b"/>
              <a:pathLst>
                <a:path w="455929" h="455929">
                  <a:moveTo>
                    <a:pt x="0" y="84963"/>
                  </a:moveTo>
                  <a:lnTo>
                    <a:pt x="6687" y="51863"/>
                  </a:lnTo>
                  <a:lnTo>
                    <a:pt x="24923" y="24860"/>
                  </a:lnTo>
                  <a:lnTo>
                    <a:pt x="51970" y="6667"/>
                  </a:lnTo>
                  <a:lnTo>
                    <a:pt x="85089" y="0"/>
                  </a:lnTo>
                  <a:lnTo>
                    <a:pt x="370458" y="0"/>
                  </a:lnTo>
                  <a:lnTo>
                    <a:pt x="403578" y="6667"/>
                  </a:lnTo>
                  <a:lnTo>
                    <a:pt x="430625" y="24860"/>
                  </a:lnTo>
                  <a:lnTo>
                    <a:pt x="448861" y="51863"/>
                  </a:lnTo>
                  <a:lnTo>
                    <a:pt x="455549" y="84963"/>
                  </a:lnTo>
                  <a:lnTo>
                    <a:pt x="455549" y="370459"/>
                  </a:lnTo>
                  <a:lnTo>
                    <a:pt x="448861" y="403558"/>
                  </a:lnTo>
                  <a:lnTo>
                    <a:pt x="430625" y="430561"/>
                  </a:lnTo>
                  <a:lnTo>
                    <a:pt x="403578" y="448754"/>
                  </a:lnTo>
                  <a:lnTo>
                    <a:pt x="370458" y="455422"/>
                  </a:lnTo>
                  <a:lnTo>
                    <a:pt x="85089" y="455422"/>
                  </a:lnTo>
                  <a:lnTo>
                    <a:pt x="51970" y="448754"/>
                  </a:lnTo>
                  <a:lnTo>
                    <a:pt x="24923" y="430561"/>
                  </a:lnTo>
                  <a:lnTo>
                    <a:pt x="6687" y="403558"/>
                  </a:lnTo>
                  <a:lnTo>
                    <a:pt x="0" y="370459"/>
                  </a:lnTo>
                  <a:lnTo>
                    <a:pt x="0" y="84963"/>
                  </a:lnTo>
                  <a:close/>
                </a:path>
              </a:pathLst>
            </a:custGeom>
            <a:ln w="7620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316082" y="6222619"/>
            <a:ext cx="17716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b="1" spc="-50" dirty="0">
                <a:solidFill>
                  <a:srgbClr val="333E6F"/>
                </a:solidFill>
                <a:latin typeface="Calibri"/>
                <a:cs typeface="Calibri"/>
              </a:rPr>
              <a:t>3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26045" y="6180835"/>
            <a:ext cx="2076450" cy="762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0085">
              <a:lnSpc>
                <a:spcPct val="100000"/>
              </a:lnSpc>
              <a:spcBef>
                <a:spcPts val="105"/>
              </a:spcBef>
            </a:pPr>
            <a:r>
              <a:rPr sz="1950" b="1" spc="-10" dirty="0">
                <a:solidFill>
                  <a:srgbClr val="333E6F"/>
                </a:solidFill>
                <a:latin typeface="Calibri"/>
                <a:cs typeface="Calibri"/>
              </a:rPr>
              <a:t>User-Friendly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1550" spc="45" dirty="0">
                <a:solidFill>
                  <a:srgbClr val="333E6F"/>
                </a:solidFill>
                <a:latin typeface="Arial MT"/>
                <a:cs typeface="Arial MT"/>
              </a:rPr>
              <a:t>Optimized</a:t>
            </a:r>
            <a:r>
              <a:rPr sz="1550" spc="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50" spc="90" dirty="0">
                <a:solidFill>
                  <a:srgbClr val="333E6F"/>
                </a:solidFill>
                <a:latin typeface="Arial MT"/>
                <a:cs typeface="Arial MT"/>
              </a:rPr>
              <a:t>for</a:t>
            </a:r>
            <a:r>
              <a:rPr sz="1550" spc="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333E6F"/>
                </a:solidFill>
                <a:latin typeface="Arial MT"/>
                <a:cs typeface="Arial MT"/>
              </a:rPr>
              <a:t>all</a:t>
            </a:r>
            <a:r>
              <a:rPr sz="1550" spc="-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333E6F"/>
                </a:solidFill>
                <a:latin typeface="Arial MT"/>
                <a:cs typeface="Arial MT"/>
              </a:rPr>
              <a:t>ages.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7776" y="4249673"/>
            <a:ext cx="5851525" cy="30943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We</a:t>
            </a:r>
            <a:r>
              <a:rPr sz="1800" spc="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believe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that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a</a:t>
            </a:r>
            <a:r>
              <a:rPr sz="1800" spc="2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great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user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interface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is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essential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for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333E6F"/>
                </a:solidFill>
                <a:latin typeface="Arial MT"/>
                <a:cs typeface="Arial MT"/>
              </a:rPr>
              <a:t>a 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positive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gaming</a:t>
            </a:r>
            <a:r>
              <a:rPr sz="1800" spc="7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experience.</a:t>
            </a:r>
            <a:r>
              <a:rPr sz="1800" spc="10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That's</a:t>
            </a:r>
            <a:r>
              <a:rPr sz="1800" spc="9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why</a:t>
            </a:r>
            <a:r>
              <a:rPr sz="1800" spc="8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we've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E6F"/>
                </a:solidFill>
                <a:latin typeface="Arial MT"/>
                <a:cs typeface="Arial MT"/>
              </a:rPr>
              <a:t>designed 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Fun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Games</a:t>
            </a:r>
            <a:r>
              <a:rPr sz="1800" spc="7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333E6F"/>
                </a:solidFill>
                <a:latin typeface="Arial MT"/>
                <a:cs typeface="Arial MT"/>
              </a:rPr>
              <a:t>with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simplicity,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intuitiveness,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333E6F"/>
                </a:solidFill>
                <a:latin typeface="Arial MT"/>
                <a:cs typeface="Arial MT"/>
              </a:rPr>
              <a:t>smooth 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navigation</a:t>
            </a:r>
            <a:r>
              <a:rPr sz="1800" spc="-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333E6F"/>
                </a:solidFill>
                <a:latin typeface="Arial MT"/>
                <a:cs typeface="Arial MT"/>
              </a:rPr>
              <a:t>in</a:t>
            </a:r>
            <a:r>
              <a:rPr sz="1800" spc="-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333E6F"/>
                </a:solidFill>
                <a:latin typeface="Arial MT"/>
                <a:cs typeface="Arial MT"/>
              </a:rPr>
              <a:t>mind.</a:t>
            </a:r>
            <a:r>
              <a:rPr sz="1800" spc="-4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333E6F"/>
                </a:solidFill>
                <a:latin typeface="Arial MT"/>
                <a:cs typeface="Arial MT"/>
              </a:rPr>
              <a:t>Our</a:t>
            </a:r>
            <a:r>
              <a:rPr sz="1800" spc="-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UI</a:t>
            </a:r>
            <a:r>
              <a:rPr sz="1800" spc="-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makes</a:t>
            </a:r>
            <a:r>
              <a:rPr sz="1800" spc="-2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it</a:t>
            </a:r>
            <a:r>
              <a:rPr sz="1800" spc="-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easy</a:t>
            </a:r>
            <a:r>
              <a:rPr sz="1800" spc="-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to</a:t>
            </a:r>
            <a:r>
              <a:rPr sz="1800" spc="-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E6F"/>
                </a:solidFill>
                <a:latin typeface="Arial MT"/>
                <a:cs typeface="Arial MT"/>
              </a:rPr>
              <a:t>discover 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new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games,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track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333E6F"/>
                </a:solidFill>
                <a:latin typeface="Arial MT"/>
                <a:cs typeface="Arial MT"/>
              </a:rPr>
              <a:t>your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scores,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customize</a:t>
            </a:r>
            <a:r>
              <a:rPr sz="1800" spc="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your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settings,</a:t>
            </a:r>
            <a:r>
              <a:rPr sz="1800" spc="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ensuring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that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you</a:t>
            </a:r>
            <a:r>
              <a:rPr sz="1800" spc="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can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focus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on</a:t>
            </a:r>
            <a:r>
              <a:rPr sz="1800" spc="-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333E6F"/>
                </a:solidFill>
                <a:latin typeface="Arial MT"/>
                <a:cs typeface="Arial MT"/>
              </a:rPr>
              <a:t>what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matters most: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having</a:t>
            </a:r>
            <a:r>
              <a:rPr sz="1800" spc="7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fun.</a:t>
            </a:r>
            <a:endParaRPr sz="1800">
              <a:latin typeface="Arial MT"/>
              <a:cs typeface="Arial MT"/>
            </a:endParaRPr>
          </a:p>
          <a:p>
            <a:pPr marL="12700" marR="109220">
              <a:lnSpc>
                <a:spcPct val="101699"/>
              </a:lnSpc>
            </a:pP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Simplicity</a:t>
            </a:r>
            <a:r>
              <a:rPr sz="1800" spc="-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is </a:t>
            </a:r>
            <a:r>
              <a:rPr sz="1800" spc="-35" dirty="0">
                <a:solidFill>
                  <a:srgbClr val="333E6F"/>
                </a:solidFill>
                <a:latin typeface="Arial MT"/>
                <a:cs typeface="Arial MT"/>
              </a:rPr>
              <a:t>key,</a:t>
            </a:r>
            <a:r>
              <a:rPr sz="1800" spc="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800" spc="-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333E6F"/>
                </a:solidFill>
                <a:latin typeface="Arial MT"/>
                <a:cs typeface="Arial MT"/>
              </a:rPr>
              <a:t>our</a:t>
            </a:r>
            <a:r>
              <a:rPr sz="1800" spc="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dedication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to</a:t>
            </a:r>
            <a:r>
              <a:rPr sz="1800" spc="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intuitive</a:t>
            </a:r>
            <a:r>
              <a:rPr sz="1800" spc="-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E6F"/>
                </a:solidFill>
                <a:latin typeface="Arial MT"/>
                <a:cs typeface="Arial MT"/>
              </a:rPr>
              <a:t>design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means</a:t>
            </a:r>
            <a:r>
              <a:rPr sz="1800" spc="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that</a:t>
            </a:r>
            <a:r>
              <a:rPr sz="1800" spc="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every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interaction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is</a:t>
            </a:r>
            <a:r>
              <a:rPr sz="1800" spc="2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seamless</a:t>
            </a:r>
            <a:r>
              <a:rPr sz="1800" spc="2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enjoyable.</a:t>
            </a:r>
            <a:r>
              <a:rPr sz="1800" spc="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Prepare</a:t>
            </a:r>
            <a:r>
              <a:rPr sz="1800" spc="7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for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a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333E6F"/>
                </a:solidFill>
                <a:latin typeface="Arial MT"/>
                <a:cs typeface="Arial MT"/>
              </a:rPr>
              <a:t>fun</a:t>
            </a:r>
            <a:r>
              <a:rPr sz="1800" spc="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entertaining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spc="-10" dirty="0">
                <a:solidFill>
                  <a:srgbClr val="333E6F"/>
                </a:solidFill>
                <a:latin typeface="Arial MT"/>
                <a:cs typeface="Arial MT"/>
              </a:rPr>
              <a:t>experience.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00"/>
              </a:lnSpc>
            </a:pPr>
            <a:r>
              <a:rPr sz="4450" dirty="0"/>
              <a:t>Compatibility:</a:t>
            </a:r>
            <a:r>
              <a:rPr sz="4450" spc="-155" dirty="0"/>
              <a:t> </a:t>
            </a:r>
            <a:r>
              <a:rPr sz="4450" dirty="0"/>
              <a:t>Optimized</a:t>
            </a:r>
            <a:r>
              <a:rPr sz="4450" spc="-145" dirty="0"/>
              <a:t> </a:t>
            </a:r>
            <a:r>
              <a:rPr sz="4450" dirty="0"/>
              <a:t>for</a:t>
            </a:r>
            <a:r>
              <a:rPr sz="4450" spc="-125" dirty="0"/>
              <a:t> </a:t>
            </a:r>
            <a:r>
              <a:rPr sz="4450" dirty="0"/>
              <a:t>All</a:t>
            </a:r>
            <a:r>
              <a:rPr sz="4450" spc="-135" dirty="0"/>
              <a:t> </a:t>
            </a:r>
            <a:r>
              <a:rPr sz="4450" dirty="0"/>
              <a:t>Android</a:t>
            </a:r>
            <a:r>
              <a:rPr sz="4450" spc="-145" dirty="0"/>
              <a:t> </a:t>
            </a:r>
            <a:r>
              <a:rPr sz="4450" spc="-10" dirty="0"/>
              <a:t>Devices Devices</a:t>
            </a:r>
            <a:endParaRPr sz="44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dirty="0"/>
              <a:t>Fun</a:t>
            </a:r>
            <a:r>
              <a:rPr spc="15" dirty="0"/>
              <a:t> </a:t>
            </a:r>
            <a:r>
              <a:rPr dirty="0"/>
              <a:t>Games</a:t>
            </a:r>
            <a:r>
              <a:rPr spc="15" dirty="0"/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dirty="0"/>
              <a:t>designed</a:t>
            </a:r>
            <a:r>
              <a:rPr spc="15" dirty="0"/>
              <a:t> </a:t>
            </a:r>
            <a:r>
              <a:rPr spc="100" dirty="0"/>
              <a:t>to</a:t>
            </a:r>
            <a:r>
              <a:rPr spc="10" dirty="0"/>
              <a:t> </a:t>
            </a:r>
            <a:r>
              <a:rPr dirty="0"/>
              <a:t>be</a:t>
            </a:r>
            <a:r>
              <a:rPr spc="40" dirty="0"/>
              <a:t> </a:t>
            </a:r>
            <a:r>
              <a:rPr spc="55" dirty="0"/>
              <a:t>compatible</a:t>
            </a:r>
            <a:r>
              <a:rPr spc="10" dirty="0"/>
              <a:t> </a:t>
            </a:r>
            <a:r>
              <a:rPr spc="90" dirty="0"/>
              <a:t>with</a:t>
            </a:r>
            <a:r>
              <a:rPr spc="-15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55" dirty="0"/>
              <a:t>wide</a:t>
            </a:r>
            <a:r>
              <a:rPr spc="20" dirty="0"/>
              <a:t> </a:t>
            </a:r>
            <a:r>
              <a:rPr dirty="0"/>
              <a:t>range</a:t>
            </a:r>
            <a:r>
              <a:rPr spc="15" dirty="0"/>
              <a:t> </a:t>
            </a:r>
            <a:r>
              <a:rPr spc="90" dirty="0"/>
              <a:t>of</a:t>
            </a:r>
            <a:r>
              <a:rPr spc="20" dirty="0"/>
              <a:t> </a:t>
            </a:r>
            <a:r>
              <a:rPr spc="60" dirty="0"/>
              <a:t>Android</a:t>
            </a:r>
            <a:r>
              <a:rPr spc="25" dirty="0"/>
              <a:t> </a:t>
            </a:r>
            <a:r>
              <a:rPr dirty="0"/>
              <a:t>devices,</a:t>
            </a:r>
            <a:r>
              <a:rPr spc="15" dirty="0"/>
              <a:t> </a:t>
            </a:r>
            <a:r>
              <a:rPr spc="50" dirty="0"/>
              <a:t>ensuring</a:t>
            </a:r>
            <a:r>
              <a:rPr spc="-15" dirty="0"/>
              <a:t> </a:t>
            </a:r>
            <a:r>
              <a:rPr spc="80" dirty="0"/>
              <a:t>that</a:t>
            </a:r>
            <a:r>
              <a:rPr spc="-10" dirty="0"/>
              <a:t> </a:t>
            </a:r>
            <a:r>
              <a:rPr dirty="0"/>
              <a:t>everyone</a:t>
            </a:r>
            <a:r>
              <a:rPr spc="20" dirty="0"/>
              <a:t> </a:t>
            </a:r>
            <a:r>
              <a:rPr dirty="0"/>
              <a:t>can</a:t>
            </a:r>
            <a:r>
              <a:rPr spc="15" dirty="0"/>
              <a:t> </a:t>
            </a:r>
            <a:r>
              <a:rPr dirty="0"/>
              <a:t>enjoy</a:t>
            </a:r>
            <a:r>
              <a:rPr spc="30" dirty="0"/>
              <a:t> </a:t>
            </a:r>
            <a:r>
              <a:rPr spc="95" dirty="0"/>
              <a:t>our</a:t>
            </a:r>
            <a:r>
              <a:rPr spc="15" dirty="0"/>
              <a:t> </a:t>
            </a:r>
            <a:r>
              <a:rPr spc="30" dirty="0"/>
              <a:t>app </a:t>
            </a:r>
            <a:r>
              <a:rPr spc="10" dirty="0"/>
              <a:t>regardless</a:t>
            </a:r>
            <a:r>
              <a:rPr dirty="0"/>
              <a:t> </a:t>
            </a:r>
            <a:r>
              <a:rPr spc="90" dirty="0"/>
              <a:t>of</a:t>
            </a:r>
            <a:r>
              <a:rPr dirty="0"/>
              <a:t> </a:t>
            </a:r>
            <a:r>
              <a:rPr spc="80" dirty="0"/>
              <a:t>their</a:t>
            </a:r>
            <a:r>
              <a:rPr spc="-25" dirty="0"/>
              <a:t> </a:t>
            </a:r>
            <a:r>
              <a:rPr spc="10" dirty="0"/>
              <a:t>device specifications.</a:t>
            </a:r>
            <a:r>
              <a:rPr spc="-25" dirty="0"/>
              <a:t> </a:t>
            </a:r>
            <a:r>
              <a:rPr spc="75" dirty="0"/>
              <a:t>Our</a:t>
            </a:r>
            <a:r>
              <a:rPr spc="-10" dirty="0"/>
              <a:t> </a:t>
            </a:r>
            <a:r>
              <a:rPr spc="65" dirty="0"/>
              <a:t>team</a:t>
            </a:r>
            <a:r>
              <a:rPr spc="-5" dirty="0"/>
              <a:t> </a:t>
            </a:r>
            <a:r>
              <a:rPr spc="10" dirty="0"/>
              <a:t>has</a:t>
            </a:r>
            <a:r>
              <a:rPr spc="5" dirty="0"/>
              <a:t> </a:t>
            </a:r>
            <a:r>
              <a:rPr spc="65" dirty="0"/>
              <a:t>worked</a:t>
            </a:r>
            <a:r>
              <a:rPr spc="-10" dirty="0"/>
              <a:t> </a:t>
            </a:r>
            <a:r>
              <a:rPr spc="10" dirty="0"/>
              <a:t>tirelessly</a:t>
            </a:r>
            <a:r>
              <a:rPr spc="-35" dirty="0"/>
              <a:t> </a:t>
            </a:r>
            <a:r>
              <a:rPr spc="100" dirty="0"/>
              <a:t>to</a:t>
            </a:r>
            <a:r>
              <a:rPr dirty="0"/>
              <a:t> </a:t>
            </a:r>
            <a:r>
              <a:rPr spc="60" dirty="0"/>
              <a:t>optimize</a:t>
            </a:r>
            <a:r>
              <a:rPr spc="-15" dirty="0"/>
              <a:t> </a:t>
            </a:r>
            <a:r>
              <a:rPr spc="65" dirty="0"/>
              <a:t>performance</a:t>
            </a:r>
            <a:r>
              <a:rPr spc="-5" dirty="0"/>
              <a:t> </a:t>
            </a:r>
            <a:r>
              <a:rPr spc="10" dirty="0"/>
              <a:t>across</a:t>
            </a:r>
            <a:r>
              <a:rPr dirty="0"/>
              <a:t> </a:t>
            </a:r>
            <a:r>
              <a:rPr spc="70" dirty="0"/>
              <a:t>different</a:t>
            </a:r>
            <a:r>
              <a:rPr spc="-10" dirty="0"/>
              <a:t> </a:t>
            </a:r>
            <a:r>
              <a:rPr spc="10" dirty="0"/>
              <a:t>screen</a:t>
            </a:r>
            <a:r>
              <a:rPr dirty="0"/>
              <a:t> </a:t>
            </a:r>
            <a:r>
              <a:rPr spc="-10" dirty="0"/>
              <a:t>sizes </a:t>
            </a:r>
            <a:r>
              <a:rPr spc="60" dirty="0"/>
              <a:t>and</a:t>
            </a:r>
            <a:r>
              <a:rPr spc="45" dirty="0"/>
              <a:t> </a:t>
            </a:r>
            <a:r>
              <a:rPr spc="50" dirty="0"/>
              <a:t>hardware</a:t>
            </a:r>
            <a:r>
              <a:rPr spc="35" dirty="0"/>
              <a:t> </a:t>
            </a:r>
            <a:r>
              <a:rPr spc="45" dirty="0"/>
              <a:t>configurations,</a:t>
            </a:r>
            <a:r>
              <a:rPr dirty="0"/>
              <a:t> so</a:t>
            </a:r>
            <a:r>
              <a:rPr spc="50" dirty="0"/>
              <a:t> </a:t>
            </a:r>
            <a:r>
              <a:rPr spc="60" dirty="0"/>
              <a:t>you</a:t>
            </a:r>
            <a:r>
              <a:rPr spc="40" dirty="0"/>
              <a:t> </a:t>
            </a:r>
            <a:r>
              <a:rPr dirty="0"/>
              <a:t>can</a:t>
            </a:r>
            <a:r>
              <a:rPr spc="45" dirty="0"/>
              <a:t> </a:t>
            </a:r>
            <a:r>
              <a:rPr dirty="0"/>
              <a:t>expect</a:t>
            </a:r>
            <a:r>
              <a:rPr spc="45" dirty="0"/>
              <a:t> </a:t>
            </a:r>
            <a:r>
              <a:rPr dirty="0"/>
              <a:t>a</a:t>
            </a:r>
            <a:r>
              <a:rPr spc="45" dirty="0"/>
              <a:t> </a:t>
            </a:r>
            <a:r>
              <a:rPr spc="80" dirty="0"/>
              <a:t>smooth</a:t>
            </a:r>
            <a:r>
              <a:rPr spc="30" dirty="0"/>
              <a:t> </a:t>
            </a:r>
            <a:r>
              <a:rPr spc="60" dirty="0"/>
              <a:t>and</a:t>
            </a:r>
            <a:r>
              <a:rPr spc="50" dirty="0"/>
              <a:t> </a:t>
            </a:r>
            <a:r>
              <a:rPr dirty="0"/>
              <a:t>responsive</a:t>
            </a:r>
            <a:r>
              <a:rPr spc="35" dirty="0"/>
              <a:t> </a:t>
            </a:r>
            <a:r>
              <a:rPr dirty="0"/>
              <a:t>gaming</a:t>
            </a:r>
            <a:r>
              <a:rPr spc="35" dirty="0"/>
              <a:t> </a:t>
            </a:r>
            <a:r>
              <a:rPr dirty="0"/>
              <a:t>experience</a:t>
            </a:r>
            <a:r>
              <a:rPr spc="45" dirty="0"/>
              <a:t> </a:t>
            </a:r>
            <a:r>
              <a:rPr spc="85" dirty="0"/>
              <a:t>on</a:t>
            </a:r>
            <a:r>
              <a:rPr spc="45" dirty="0"/>
              <a:t> </a:t>
            </a:r>
            <a:r>
              <a:rPr dirty="0"/>
              <a:t>any</a:t>
            </a:r>
            <a:r>
              <a:rPr spc="50" dirty="0"/>
              <a:t> </a:t>
            </a:r>
            <a:r>
              <a:rPr spc="60" dirty="0"/>
              <a:t>Android</a:t>
            </a:r>
            <a:r>
              <a:rPr spc="45" dirty="0"/>
              <a:t> </a:t>
            </a:r>
            <a:r>
              <a:rPr spc="-10" dirty="0"/>
              <a:t>device.</a:t>
            </a:r>
          </a:p>
          <a:p>
            <a:pPr marL="12700" marR="88265">
              <a:lnSpc>
                <a:spcPct val="138400"/>
              </a:lnSpc>
              <a:spcBef>
                <a:spcPts val="1864"/>
              </a:spcBef>
            </a:pPr>
            <a:r>
              <a:rPr dirty="0"/>
              <a:t>Regardless</a:t>
            </a:r>
            <a:r>
              <a:rPr spc="-15" dirty="0"/>
              <a:t> </a:t>
            </a:r>
            <a:r>
              <a:rPr spc="90" dirty="0"/>
              <a:t>of</a:t>
            </a:r>
            <a:r>
              <a:rPr spc="-10" dirty="0"/>
              <a:t> </a:t>
            </a:r>
            <a:r>
              <a:rPr spc="75" dirty="0"/>
              <a:t>if</a:t>
            </a:r>
            <a:r>
              <a:rPr spc="-30" dirty="0"/>
              <a:t> </a:t>
            </a:r>
            <a:r>
              <a:rPr spc="55" dirty="0"/>
              <a:t>you</a:t>
            </a:r>
            <a:r>
              <a:rPr dirty="0"/>
              <a:t> have</a:t>
            </a:r>
            <a:r>
              <a:rPr spc="-15" dirty="0"/>
              <a:t> </a:t>
            </a:r>
            <a:r>
              <a:rPr spc="70" dirty="0"/>
              <a:t>the</a:t>
            </a:r>
            <a:r>
              <a:rPr spc="-15" dirty="0"/>
              <a:t> </a:t>
            </a:r>
            <a:r>
              <a:rPr dirty="0"/>
              <a:t>newest</a:t>
            </a:r>
            <a:r>
              <a:rPr spc="-20" dirty="0"/>
              <a:t> </a:t>
            </a:r>
            <a:r>
              <a:rPr spc="60" dirty="0"/>
              <a:t>Android</a:t>
            </a:r>
            <a:r>
              <a:rPr spc="-15" dirty="0"/>
              <a:t> </a:t>
            </a:r>
            <a:r>
              <a:rPr dirty="0"/>
              <a:t>device</a:t>
            </a:r>
            <a:r>
              <a:rPr spc="-5" dirty="0"/>
              <a:t> </a:t>
            </a:r>
            <a:r>
              <a:rPr spc="85" dirty="0"/>
              <a:t>on</a:t>
            </a:r>
            <a:r>
              <a:rPr spc="-10" dirty="0"/>
              <a:t> </a:t>
            </a:r>
            <a:r>
              <a:rPr spc="75" dirty="0"/>
              <a:t>the</a:t>
            </a:r>
            <a:r>
              <a:rPr spc="-25" dirty="0"/>
              <a:t> </a:t>
            </a:r>
            <a:r>
              <a:rPr spc="65" dirty="0"/>
              <a:t>market</a:t>
            </a:r>
            <a:r>
              <a:rPr spc="-45" dirty="0"/>
              <a:t> </a:t>
            </a:r>
            <a:r>
              <a:rPr spc="100" dirty="0"/>
              <a:t>or</a:t>
            </a:r>
            <a:r>
              <a:rPr spc="-10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spc="65" dirty="0"/>
              <a:t>older</a:t>
            </a:r>
            <a:r>
              <a:rPr spc="-5" dirty="0"/>
              <a:t> </a:t>
            </a:r>
            <a:r>
              <a:rPr dirty="0"/>
              <a:t>device,</a:t>
            </a:r>
            <a:r>
              <a:rPr spc="-15" dirty="0"/>
              <a:t> </a:t>
            </a:r>
            <a:r>
              <a:rPr spc="95" dirty="0"/>
              <a:t>our</a:t>
            </a:r>
            <a:r>
              <a:rPr spc="-15" dirty="0"/>
              <a:t> </a:t>
            </a:r>
            <a:r>
              <a:rPr spc="65" dirty="0"/>
              <a:t>team</a:t>
            </a:r>
            <a:r>
              <a:rPr spc="-2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spc="45" dirty="0"/>
              <a:t>dedicated</a:t>
            </a:r>
            <a:r>
              <a:rPr dirty="0"/>
              <a:t> </a:t>
            </a:r>
            <a:r>
              <a:rPr spc="100" dirty="0"/>
              <a:t>to</a:t>
            </a:r>
            <a:r>
              <a:rPr spc="-20" dirty="0"/>
              <a:t> </a:t>
            </a:r>
            <a:r>
              <a:rPr spc="50" dirty="0"/>
              <a:t>providing</a:t>
            </a:r>
            <a:r>
              <a:rPr spc="-15" dirty="0"/>
              <a:t> </a:t>
            </a:r>
            <a:r>
              <a:rPr spc="30" dirty="0"/>
              <a:t>you </a:t>
            </a:r>
            <a:r>
              <a:rPr spc="90" dirty="0"/>
              <a:t>with</a:t>
            </a:r>
            <a:r>
              <a:rPr dirty="0"/>
              <a:t> a</a:t>
            </a:r>
            <a:r>
              <a:rPr spc="35" dirty="0"/>
              <a:t> </a:t>
            </a:r>
            <a:r>
              <a:rPr spc="55" dirty="0"/>
              <a:t>quality</a:t>
            </a:r>
            <a:r>
              <a:rPr spc="20" dirty="0"/>
              <a:t> </a:t>
            </a:r>
            <a:r>
              <a:rPr dirty="0"/>
              <a:t>gaming</a:t>
            </a:r>
            <a:r>
              <a:rPr spc="15" dirty="0"/>
              <a:t> </a:t>
            </a:r>
            <a:r>
              <a:rPr spc="-10" dirty="0"/>
              <a:t>experience.</a:t>
            </a: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pc="-10" dirty="0"/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6818630" algn="l"/>
              </a:tabLst>
            </a:pPr>
            <a:r>
              <a:rPr sz="2200" b="1" dirty="0">
                <a:latin typeface="Calibri"/>
                <a:cs typeface="Calibri"/>
              </a:rPr>
              <a:t>Wide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Range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10" dirty="0">
                <a:latin typeface="Calibri"/>
                <a:cs typeface="Calibri"/>
              </a:rPr>
              <a:t>Optimized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5"/>
              </a:spcBef>
              <a:tabLst>
                <a:tab pos="6818630" algn="l"/>
              </a:tabLst>
            </a:pPr>
            <a:r>
              <a:rPr spc="45" dirty="0"/>
              <a:t>Compatible</a:t>
            </a:r>
            <a:r>
              <a:rPr spc="-35" dirty="0"/>
              <a:t> </a:t>
            </a:r>
            <a:r>
              <a:rPr spc="90" dirty="0"/>
              <a:t>with</a:t>
            </a:r>
            <a:r>
              <a:rPr spc="-50" dirty="0"/>
              <a:t> </a:t>
            </a:r>
            <a:r>
              <a:rPr spc="75" dirty="0"/>
              <a:t>most</a:t>
            </a:r>
            <a:r>
              <a:rPr spc="-35" dirty="0"/>
              <a:t> </a:t>
            </a:r>
            <a:r>
              <a:rPr spc="-10" dirty="0"/>
              <a:t>devices.</a:t>
            </a:r>
            <a:r>
              <a:rPr dirty="0"/>
              <a:t>	</a:t>
            </a:r>
            <a:r>
              <a:rPr spc="50" dirty="0"/>
              <a:t>Smooth</a:t>
            </a:r>
            <a:r>
              <a:rPr spc="70" dirty="0"/>
              <a:t> </a:t>
            </a:r>
            <a:r>
              <a:rPr dirty="0"/>
              <a:t>experience</a:t>
            </a:r>
            <a:r>
              <a:rPr spc="60" dirty="0"/>
              <a:t> </a:t>
            </a:r>
            <a:r>
              <a:rPr spc="95" dirty="0"/>
              <a:t>for</a:t>
            </a:r>
            <a:r>
              <a:rPr spc="80" dirty="0"/>
              <a:t> </a:t>
            </a:r>
            <a:r>
              <a:rPr dirty="0"/>
              <a:t>all</a:t>
            </a:r>
            <a:r>
              <a:rPr spc="50" dirty="0"/>
              <a:t> </a:t>
            </a:r>
            <a:r>
              <a:rPr spc="-10" dirty="0"/>
              <a:t>players.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00"/>
              </a:lnSpc>
            </a:pPr>
            <a:r>
              <a:rPr sz="4450" dirty="0"/>
              <a:t>Compatibility:</a:t>
            </a:r>
            <a:r>
              <a:rPr sz="4450" spc="-155" dirty="0"/>
              <a:t> </a:t>
            </a:r>
            <a:r>
              <a:rPr sz="4450" dirty="0"/>
              <a:t>Optimized</a:t>
            </a:r>
            <a:r>
              <a:rPr sz="4450" spc="-145" dirty="0"/>
              <a:t> </a:t>
            </a:r>
            <a:r>
              <a:rPr sz="4450" dirty="0"/>
              <a:t>for</a:t>
            </a:r>
            <a:r>
              <a:rPr sz="4450" spc="-125" dirty="0"/>
              <a:t> </a:t>
            </a:r>
            <a:r>
              <a:rPr sz="4450" dirty="0"/>
              <a:t>All</a:t>
            </a:r>
            <a:r>
              <a:rPr sz="4450" spc="-135" dirty="0"/>
              <a:t> </a:t>
            </a:r>
            <a:r>
              <a:rPr sz="4450" dirty="0"/>
              <a:t>Android</a:t>
            </a:r>
            <a:r>
              <a:rPr sz="4450" spc="-145" dirty="0"/>
              <a:t> </a:t>
            </a:r>
            <a:r>
              <a:rPr sz="4450" spc="-10" dirty="0"/>
              <a:t>Devices Devices</a:t>
            </a:r>
            <a:endParaRPr sz="44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dirty="0"/>
              <a:t>Fun</a:t>
            </a:r>
            <a:r>
              <a:rPr spc="15" dirty="0"/>
              <a:t> </a:t>
            </a:r>
            <a:r>
              <a:rPr dirty="0"/>
              <a:t>Games</a:t>
            </a:r>
            <a:r>
              <a:rPr spc="15" dirty="0"/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dirty="0"/>
              <a:t>designed</a:t>
            </a:r>
            <a:r>
              <a:rPr spc="15" dirty="0"/>
              <a:t> </a:t>
            </a:r>
            <a:r>
              <a:rPr spc="100" dirty="0"/>
              <a:t>to</a:t>
            </a:r>
            <a:r>
              <a:rPr spc="10" dirty="0"/>
              <a:t> </a:t>
            </a:r>
            <a:r>
              <a:rPr dirty="0"/>
              <a:t>be</a:t>
            </a:r>
            <a:r>
              <a:rPr spc="40" dirty="0"/>
              <a:t> </a:t>
            </a:r>
            <a:r>
              <a:rPr spc="55" dirty="0"/>
              <a:t>compatible</a:t>
            </a:r>
            <a:r>
              <a:rPr spc="10" dirty="0"/>
              <a:t> </a:t>
            </a:r>
            <a:r>
              <a:rPr spc="90" dirty="0"/>
              <a:t>with</a:t>
            </a:r>
            <a:r>
              <a:rPr spc="-15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55" dirty="0"/>
              <a:t>wide</a:t>
            </a:r>
            <a:r>
              <a:rPr spc="20" dirty="0"/>
              <a:t> </a:t>
            </a:r>
            <a:r>
              <a:rPr dirty="0"/>
              <a:t>range</a:t>
            </a:r>
            <a:r>
              <a:rPr spc="15" dirty="0"/>
              <a:t> </a:t>
            </a:r>
            <a:r>
              <a:rPr spc="90" dirty="0"/>
              <a:t>of</a:t>
            </a:r>
            <a:r>
              <a:rPr spc="20" dirty="0"/>
              <a:t> </a:t>
            </a:r>
            <a:r>
              <a:rPr spc="60" dirty="0"/>
              <a:t>Android</a:t>
            </a:r>
            <a:r>
              <a:rPr spc="25" dirty="0"/>
              <a:t> </a:t>
            </a:r>
            <a:r>
              <a:rPr dirty="0"/>
              <a:t>devices,</a:t>
            </a:r>
            <a:r>
              <a:rPr spc="15" dirty="0"/>
              <a:t> </a:t>
            </a:r>
            <a:r>
              <a:rPr spc="50" dirty="0"/>
              <a:t>ensuring</a:t>
            </a:r>
            <a:r>
              <a:rPr spc="-15" dirty="0"/>
              <a:t> </a:t>
            </a:r>
            <a:r>
              <a:rPr spc="80" dirty="0"/>
              <a:t>that</a:t>
            </a:r>
            <a:r>
              <a:rPr spc="-10" dirty="0"/>
              <a:t> </a:t>
            </a:r>
            <a:r>
              <a:rPr dirty="0"/>
              <a:t>everyone</a:t>
            </a:r>
            <a:r>
              <a:rPr spc="20" dirty="0"/>
              <a:t> </a:t>
            </a:r>
            <a:r>
              <a:rPr dirty="0"/>
              <a:t>can</a:t>
            </a:r>
            <a:r>
              <a:rPr spc="15" dirty="0"/>
              <a:t> </a:t>
            </a:r>
            <a:r>
              <a:rPr dirty="0"/>
              <a:t>enjoy</a:t>
            </a:r>
            <a:r>
              <a:rPr spc="30" dirty="0"/>
              <a:t> </a:t>
            </a:r>
            <a:r>
              <a:rPr spc="95" dirty="0"/>
              <a:t>our</a:t>
            </a:r>
            <a:r>
              <a:rPr spc="15" dirty="0"/>
              <a:t> </a:t>
            </a:r>
            <a:r>
              <a:rPr spc="30" dirty="0"/>
              <a:t>app </a:t>
            </a:r>
            <a:r>
              <a:rPr spc="10" dirty="0"/>
              <a:t>regardless</a:t>
            </a:r>
            <a:r>
              <a:rPr dirty="0"/>
              <a:t> </a:t>
            </a:r>
            <a:r>
              <a:rPr spc="90" dirty="0"/>
              <a:t>of</a:t>
            </a:r>
            <a:r>
              <a:rPr dirty="0"/>
              <a:t> </a:t>
            </a:r>
            <a:r>
              <a:rPr spc="80" dirty="0"/>
              <a:t>their</a:t>
            </a:r>
            <a:r>
              <a:rPr spc="-25" dirty="0"/>
              <a:t> </a:t>
            </a:r>
            <a:r>
              <a:rPr spc="10" dirty="0"/>
              <a:t>device specifications.</a:t>
            </a:r>
            <a:r>
              <a:rPr spc="-25" dirty="0"/>
              <a:t> </a:t>
            </a:r>
            <a:r>
              <a:rPr spc="75" dirty="0"/>
              <a:t>Our</a:t>
            </a:r>
            <a:r>
              <a:rPr spc="-10" dirty="0"/>
              <a:t> </a:t>
            </a:r>
            <a:r>
              <a:rPr spc="65" dirty="0"/>
              <a:t>team</a:t>
            </a:r>
            <a:r>
              <a:rPr spc="-5" dirty="0"/>
              <a:t> </a:t>
            </a:r>
            <a:r>
              <a:rPr spc="10" dirty="0"/>
              <a:t>has</a:t>
            </a:r>
            <a:r>
              <a:rPr spc="5" dirty="0"/>
              <a:t> </a:t>
            </a:r>
            <a:r>
              <a:rPr spc="65" dirty="0"/>
              <a:t>worked</a:t>
            </a:r>
            <a:r>
              <a:rPr spc="-10" dirty="0"/>
              <a:t> </a:t>
            </a:r>
            <a:r>
              <a:rPr spc="10" dirty="0"/>
              <a:t>tirelessly</a:t>
            </a:r>
            <a:r>
              <a:rPr spc="-35" dirty="0"/>
              <a:t> </a:t>
            </a:r>
            <a:r>
              <a:rPr spc="100" dirty="0"/>
              <a:t>to</a:t>
            </a:r>
            <a:r>
              <a:rPr dirty="0"/>
              <a:t> </a:t>
            </a:r>
            <a:r>
              <a:rPr spc="60" dirty="0"/>
              <a:t>optimize</a:t>
            </a:r>
            <a:r>
              <a:rPr spc="-15" dirty="0"/>
              <a:t> </a:t>
            </a:r>
            <a:r>
              <a:rPr spc="65" dirty="0"/>
              <a:t>performance</a:t>
            </a:r>
            <a:r>
              <a:rPr spc="-5" dirty="0"/>
              <a:t> </a:t>
            </a:r>
            <a:r>
              <a:rPr spc="10" dirty="0"/>
              <a:t>across</a:t>
            </a:r>
            <a:r>
              <a:rPr dirty="0"/>
              <a:t> </a:t>
            </a:r>
            <a:r>
              <a:rPr spc="70" dirty="0"/>
              <a:t>different</a:t>
            </a:r>
            <a:r>
              <a:rPr spc="-10" dirty="0"/>
              <a:t> </a:t>
            </a:r>
            <a:r>
              <a:rPr spc="10" dirty="0"/>
              <a:t>screen</a:t>
            </a:r>
            <a:r>
              <a:rPr dirty="0"/>
              <a:t> </a:t>
            </a:r>
            <a:r>
              <a:rPr spc="-10" dirty="0"/>
              <a:t>sizes </a:t>
            </a:r>
            <a:r>
              <a:rPr spc="60" dirty="0"/>
              <a:t>and</a:t>
            </a:r>
            <a:r>
              <a:rPr spc="45" dirty="0"/>
              <a:t> </a:t>
            </a:r>
            <a:r>
              <a:rPr spc="50" dirty="0"/>
              <a:t>hardware</a:t>
            </a:r>
            <a:r>
              <a:rPr spc="35" dirty="0"/>
              <a:t> </a:t>
            </a:r>
            <a:r>
              <a:rPr spc="45" dirty="0"/>
              <a:t>configurations,</a:t>
            </a:r>
            <a:r>
              <a:rPr dirty="0"/>
              <a:t> so</a:t>
            </a:r>
            <a:r>
              <a:rPr spc="50" dirty="0"/>
              <a:t> </a:t>
            </a:r>
            <a:r>
              <a:rPr spc="60" dirty="0"/>
              <a:t>you</a:t>
            </a:r>
            <a:r>
              <a:rPr spc="40" dirty="0"/>
              <a:t> </a:t>
            </a:r>
            <a:r>
              <a:rPr dirty="0"/>
              <a:t>can</a:t>
            </a:r>
            <a:r>
              <a:rPr spc="45" dirty="0"/>
              <a:t> </a:t>
            </a:r>
            <a:r>
              <a:rPr dirty="0"/>
              <a:t>expect</a:t>
            </a:r>
            <a:r>
              <a:rPr spc="45" dirty="0"/>
              <a:t> </a:t>
            </a:r>
            <a:r>
              <a:rPr dirty="0"/>
              <a:t>a</a:t>
            </a:r>
            <a:r>
              <a:rPr spc="45" dirty="0"/>
              <a:t> </a:t>
            </a:r>
            <a:r>
              <a:rPr spc="80" dirty="0"/>
              <a:t>smooth</a:t>
            </a:r>
            <a:r>
              <a:rPr spc="30" dirty="0"/>
              <a:t> </a:t>
            </a:r>
            <a:r>
              <a:rPr spc="60" dirty="0"/>
              <a:t>and</a:t>
            </a:r>
            <a:r>
              <a:rPr spc="50" dirty="0"/>
              <a:t> </a:t>
            </a:r>
            <a:r>
              <a:rPr dirty="0"/>
              <a:t>responsive</a:t>
            </a:r>
            <a:r>
              <a:rPr spc="35" dirty="0"/>
              <a:t> </a:t>
            </a:r>
            <a:r>
              <a:rPr dirty="0"/>
              <a:t>gaming</a:t>
            </a:r>
            <a:r>
              <a:rPr spc="35" dirty="0"/>
              <a:t> </a:t>
            </a:r>
            <a:r>
              <a:rPr dirty="0"/>
              <a:t>experience</a:t>
            </a:r>
            <a:r>
              <a:rPr spc="45" dirty="0"/>
              <a:t> </a:t>
            </a:r>
            <a:r>
              <a:rPr spc="85" dirty="0"/>
              <a:t>on</a:t>
            </a:r>
            <a:r>
              <a:rPr spc="45" dirty="0"/>
              <a:t> </a:t>
            </a:r>
            <a:r>
              <a:rPr dirty="0"/>
              <a:t>any</a:t>
            </a:r>
            <a:r>
              <a:rPr spc="50" dirty="0"/>
              <a:t> </a:t>
            </a:r>
            <a:r>
              <a:rPr spc="60" dirty="0"/>
              <a:t>Android</a:t>
            </a:r>
            <a:r>
              <a:rPr spc="45" dirty="0"/>
              <a:t> </a:t>
            </a:r>
            <a:r>
              <a:rPr spc="-10" dirty="0"/>
              <a:t>device.</a:t>
            </a:r>
          </a:p>
          <a:p>
            <a:pPr marL="12700" marR="88265">
              <a:lnSpc>
                <a:spcPct val="138400"/>
              </a:lnSpc>
              <a:spcBef>
                <a:spcPts val="1864"/>
              </a:spcBef>
            </a:pPr>
            <a:r>
              <a:rPr dirty="0"/>
              <a:t>Regardless</a:t>
            </a:r>
            <a:r>
              <a:rPr spc="-15" dirty="0"/>
              <a:t> </a:t>
            </a:r>
            <a:r>
              <a:rPr spc="90" dirty="0"/>
              <a:t>of</a:t>
            </a:r>
            <a:r>
              <a:rPr spc="-10" dirty="0"/>
              <a:t> </a:t>
            </a:r>
            <a:r>
              <a:rPr spc="75" dirty="0"/>
              <a:t>if</a:t>
            </a:r>
            <a:r>
              <a:rPr spc="-30" dirty="0"/>
              <a:t> </a:t>
            </a:r>
            <a:r>
              <a:rPr spc="55" dirty="0"/>
              <a:t>you</a:t>
            </a:r>
            <a:r>
              <a:rPr dirty="0"/>
              <a:t> have</a:t>
            </a:r>
            <a:r>
              <a:rPr spc="-15" dirty="0"/>
              <a:t> </a:t>
            </a:r>
            <a:r>
              <a:rPr spc="70" dirty="0"/>
              <a:t>the</a:t>
            </a:r>
            <a:r>
              <a:rPr spc="-15" dirty="0"/>
              <a:t> </a:t>
            </a:r>
            <a:r>
              <a:rPr dirty="0"/>
              <a:t>newest</a:t>
            </a:r>
            <a:r>
              <a:rPr spc="-20" dirty="0"/>
              <a:t> </a:t>
            </a:r>
            <a:r>
              <a:rPr spc="60" dirty="0"/>
              <a:t>Android</a:t>
            </a:r>
            <a:r>
              <a:rPr spc="-15" dirty="0"/>
              <a:t> </a:t>
            </a:r>
            <a:r>
              <a:rPr dirty="0"/>
              <a:t>device</a:t>
            </a:r>
            <a:r>
              <a:rPr spc="-5" dirty="0"/>
              <a:t> </a:t>
            </a:r>
            <a:r>
              <a:rPr spc="85" dirty="0"/>
              <a:t>on</a:t>
            </a:r>
            <a:r>
              <a:rPr spc="-10" dirty="0"/>
              <a:t> </a:t>
            </a:r>
            <a:r>
              <a:rPr spc="75" dirty="0"/>
              <a:t>the</a:t>
            </a:r>
            <a:r>
              <a:rPr spc="-25" dirty="0"/>
              <a:t> </a:t>
            </a:r>
            <a:r>
              <a:rPr spc="65" dirty="0"/>
              <a:t>market</a:t>
            </a:r>
            <a:r>
              <a:rPr spc="-45" dirty="0"/>
              <a:t> </a:t>
            </a:r>
            <a:r>
              <a:rPr spc="100" dirty="0"/>
              <a:t>or</a:t>
            </a:r>
            <a:r>
              <a:rPr spc="-10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spc="65" dirty="0"/>
              <a:t>older</a:t>
            </a:r>
            <a:r>
              <a:rPr spc="-5" dirty="0"/>
              <a:t> </a:t>
            </a:r>
            <a:r>
              <a:rPr dirty="0"/>
              <a:t>device,</a:t>
            </a:r>
            <a:r>
              <a:rPr spc="-15" dirty="0"/>
              <a:t> </a:t>
            </a:r>
            <a:r>
              <a:rPr spc="95" dirty="0"/>
              <a:t>our</a:t>
            </a:r>
            <a:r>
              <a:rPr spc="-15" dirty="0"/>
              <a:t> </a:t>
            </a:r>
            <a:r>
              <a:rPr spc="65" dirty="0"/>
              <a:t>team</a:t>
            </a:r>
            <a:r>
              <a:rPr spc="-2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spc="45" dirty="0"/>
              <a:t>dedicated</a:t>
            </a:r>
            <a:r>
              <a:rPr dirty="0"/>
              <a:t> </a:t>
            </a:r>
            <a:r>
              <a:rPr spc="100" dirty="0"/>
              <a:t>to</a:t>
            </a:r>
            <a:r>
              <a:rPr spc="-20" dirty="0"/>
              <a:t> </a:t>
            </a:r>
            <a:r>
              <a:rPr spc="50" dirty="0"/>
              <a:t>providing</a:t>
            </a:r>
            <a:r>
              <a:rPr spc="-15" dirty="0"/>
              <a:t> </a:t>
            </a:r>
            <a:r>
              <a:rPr spc="30" dirty="0"/>
              <a:t>you </a:t>
            </a:r>
            <a:r>
              <a:rPr spc="90" dirty="0"/>
              <a:t>with</a:t>
            </a:r>
            <a:r>
              <a:rPr dirty="0"/>
              <a:t> a</a:t>
            </a:r>
            <a:r>
              <a:rPr spc="35" dirty="0"/>
              <a:t> </a:t>
            </a:r>
            <a:r>
              <a:rPr spc="55" dirty="0"/>
              <a:t>quality</a:t>
            </a:r>
            <a:r>
              <a:rPr spc="20" dirty="0"/>
              <a:t> </a:t>
            </a:r>
            <a:r>
              <a:rPr dirty="0"/>
              <a:t>gaming</a:t>
            </a:r>
            <a:r>
              <a:rPr spc="15" dirty="0"/>
              <a:t> </a:t>
            </a:r>
            <a:r>
              <a:rPr spc="-10" dirty="0"/>
              <a:t>experience.</a:t>
            </a: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pc="-10" dirty="0"/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6818630" algn="l"/>
              </a:tabLst>
            </a:pPr>
            <a:r>
              <a:rPr sz="2200" b="1" dirty="0">
                <a:latin typeface="Calibri"/>
                <a:cs typeface="Calibri"/>
              </a:rPr>
              <a:t>Wide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Range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10" dirty="0">
                <a:latin typeface="Calibri"/>
                <a:cs typeface="Calibri"/>
              </a:rPr>
              <a:t>Optimized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5"/>
              </a:spcBef>
              <a:tabLst>
                <a:tab pos="6818630" algn="l"/>
              </a:tabLst>
            </a:pPr>
            <a:r>
              <a:rPr spc="45" dirty="0"/>
              <a:t>Compatible</a:t>
            </a:r>
            <a:r>
              <a:rPr spc="-35" dirty="0"/>
              <a:t> </a:t>
            </a:r>
            <a:r>
              <a:rPr spc="90" dirty="0"/>
              <a:t>with</a:t>
            </a:r>
            <a:r>
              <a:rPr spc="-50" dirty="0"/>
              <a:t> </a:t>
            </a:r>
            <a:r>
              <a:rPr spc="75" dirty="0"/>
              <a:t>most</a:t>
            </a:r>
            <a:r>
              <a:rPr spc="-35" dirty="0"/>
              <a:t> </a:t>
            </a:r>
            <a:r>
              <a:rPr spc="-10" dirty="0"/>
              <a:t>devices.</a:t>
            </a:r>
            <a:r>
              <a:rPr dirty="0"/>
              <a:t>	</a:t>
            </a:r>
            <a:r>
              <a:rPr spc="50" dirty="0"/>
              <a:t>Smooth</a:t>
            </a:r>
            <a:r>
              <a:rPr spc="70" dirty="0"/>
              <a:t> </a:t>
            </a:r>
            <a:r>
              <a:rPr dirty="0"/>
              <a:t>experience</a:t>
            </a:r>
            <a:r>
              <a:rPr spc="60" dirty="0"/>
              <a:t> </a:t>
            </a:r>
            <a:r>
              <a:rPr spc="95" dirty="0"/>
              <a:t>for</a:t>
            </a:r>
            <a:r>
              <a:rPr spc="80" dirty="0"/>
              <a:t> </a:t>
            </a:r>
            <a:r>
              <a:rPr dirty="0"/>
              <a:t>all</a:t>
            </a:r>
            <a:r>
              <a:rPr spc="50" dirty="0"/>
              <a:t> </a:t>
            </a:r>
            <a:r>
              <a:rPr spc="-10" dirty="0"/>
              <a:t>players.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304" y="1343024"/>
            <a:ext cx="2581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333E6F"/>
                </a:solidFill>
                <a:latin typeface="Calibri"/>
                <a:cs typeface="Calibri"/>
              </a:rPr>
              <a:t>ER</a:t>
            </a:r>
            <a:r>
              <a:rPr sz="4000" b="1" spc="-50" dirty="0">
                <a:solidFill>
                  <a:srgbClr val="333E6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333E6F"/>
                </a:solidFill>
                <a:latin typeface="Calibri"/>
                <a:cs typeface="Calibri"/>
              </a:rPr>
              <a:t>Diagram: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50" spc="-10" dirty="0"/>
              <a:t>DIAGRAMS</a:t>
            </a:r>
            <a:endParaRPr sz="44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0706" y="2253222"/>
            <a:ext cx="8087678" cy="54069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9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Use</a:t>
            </a:r>
            <a:r>
              <a:rPr spc="-70" dirty="0"/>
              <a:t> </a:t>
            </a:r>
            <a:r>
              <a:rPr dirty="0"/>
              <a:t>Case</a:t>
            </a:r>
            <a:r>
              <a:rPr spc="-65" dirty="0"/>
              <a:t> </a:t>
            </a:r>
            <a:r>
              <a:rPr spc="-10" dirty="0"/>
              <a:t>Diagram: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46" y="2137410"/>
            <a:ext cx="5844539" cy="6007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9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Class</a:t>
            </a:r>
            <a:r>
              <a:rPr spc="-60" dirty="0"/>
              <a:t> </a:t>
            </a:r>
            <a:r>
              <a:rPr spc="-10" dirty="0"/>
              <a:t>Diagram: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6570" y="2304389"/>
            <a:ext cx="9813163" cy="56777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9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Sequence</a:t>
            </a:r>
            <a:r>
              <a:rPr spc="-150" dirty="0"/>
              <a:t> </a:t>
            </a:r>
            <a:r>
              <a:rPr spc="-10" dirty="0"/>
              <a:t>Diagram: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4098" y="2137410"/>
            <a:ext cx="9063101" cy="60921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9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Activity</a:t>
            </a:r>
            <a:r>
              <a:rPr spc="-110" dirty="0"/>
              <a:t> </a:t>
            </a:r>
            <a:r>
              <a:rPr spc="-10" dirty="0"/>
              <a:t>Diagram: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8601" y="197806"/>
            <a:ext cx="3953837" cy="79684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343024"/>
            <a:ext cx="393255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130" dirty="0"/>
              <a:t> </a:t>
            </a:r>
            <a:r>
              <a:rPr spc="-10" dirty="0"/>
              <a:t>Hierarchy: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8770" y="1943785"/>
            <a:ext cx="8501380" cy="62193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9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Components</a:t>
            </a:r>
            <a:r>
              <a:rPr spc="-204" dirty="0"/>
              <a:t> </a:t>
            </a:r>
            <a:r>
              <a:rPr spc="-10" dirty="0"/>
              <a:t>Diagram: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5038" y="1832165"/>
            <a:ext cx="10394696" cy="63974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1391234"/>
            <a:ext cx="6247765" cy="1416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10"/>
              </a:lnSpc>
            </a:pPr>
            <a:r>
              <a:rPr sz="4450" dirty="0"/>
              <a:t>Launching</a:t>
            </a:r>
            <a:r>
              <a:rPr sz="4450" spc="-60" dirty="0"/>
              <a:t> </a:t>
            </a:r>
            <a:r>
              <a:rPr sz="4450" dirty="0"/>
              <a:t>Fun</a:t>
            </a:r>
            <a:r>
              <a:rPr sz="4450" spc="-75" dirty="0"/>
              <a:t> </a:t>
            </a:r>
            <a:r>
              <a:rPr sz="4450" dirty="0"/>
              <a:t>Games:</a:t>
            </a:r>
            <a:r>
              <a:rPr sz="4450" spc="-85" dirty="0"/>
              <a:t> </a:t>
            </a:r>
            <a:r>
              <a:rPr sz="4450" spc="-25" dirty="0"/>
              <a:t>Get </a:t>
            </a:r>
            <a:r>
              <a:rPr sz="4450" dirty="0"/>
              <a:t>Ready</a:t>
            </a:r>
            <a:r>
              <a:rPr sz="4450" spc="-105" dirty="0"/>
              <a:t> </a:t>
            </a:r>
            <a:r>
              <a:rPr sz="4450" dirty="0"/>
              <a:t>to</a:t>
            </a:r>
            <a:r>
              <a:rPr sz="4450" spc="-95" dirty="0"/>
              <a:t> </a:t>
            </a:r>
            <a:r>
              <a:rPr sz="4450" spc="-20" dirty="0"/>
              <a:t>Play!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872744" y="4101465"/>
            <a:ext cx="7082790" cy="2237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Fun</a:t>
            </a:r>
            <a:r>
              <a:rPr sz="1800" spc="-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Games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is poised</a:t>
            </a:r>
            <a:r>
              <a:rPr sz="1800" spc="-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to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revolutionize</a:t>
            </a:r>
            <a:r>
              <a:rPr sz="1800" spc="-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333E6F"/>
                </a:solidFill>
                <a:latin typeface="Arial MT"/>
                <a:cs typeface="Arial MT"/>
              </a:rPr>
              <a:t>the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world</a:t>
            </a:r>
            <a:r>
              <a:rPr sz="1800" spc="-2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of</a:t>
            </a:r>
            <a:r>
              <a:rPr sz="1800" spc="1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casual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E6F"/>
                </a:solidFill>
                <a:latin typeface="Arial MT"/>
                <a:cs typeface="Arial MT"/>
              </a:rPr>
              <a:t>gaming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 on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Android.</a:t>
            </a:r>
            <a:r>
              <a:rPr sz="1800" spc="1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With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its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diverse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selection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33E6F"/>
                </a:solidFill>
                <a:latin typeface="Arial MT"/>
                <a:cs typeface="Arial MT"/>
              </a:rPr>
              <a:t>of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games,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intuitive</a:t>
            </a:r>
            <a:r>
              <a:rPr sz="1800" spc="2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333E6F"/>
                </a:solidFill>
                <a:latin typeface="Arial MT"/>
                <a:cs typeface="Arial MT"/>
              </a:rPr>
              <a:t>user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interface,</a:t>
            </a:r>
            <a:r>
              <a:rPr sz="1800" spc="7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333E6F"/>
                </a:solidFill>
                <a:latin typeface="Arial MT"/>
                <a:cs typeface="Arial MT"/>
              </a:rPr>
              <a:t>robust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tech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stack,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333E6F"/>
                </a:solidFill>
                <a:latin typeface="Arial MT"/>
                <a:cs typeface="Arial MT"/>
              </a:rPr>
              <a:t>our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app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is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set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to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become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 your next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favorite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gaming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destination.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Get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ready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to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experience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333E6F"/>
                </a:solidFill>
                <a:latin typeface="Arial MT"/>
                <a:cs typeface="Arial MT"/>
              </a:rPr>
              <a:t>hours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of entertainment,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cognitive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challenges,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800" spc="65" dirty="0">
                <a:solidFill>
                  <a:srgbClr val="333E6F"/>
                </a:solidFill>
                <a:latin typeface="Arial MT"/>
                <a:cs typeface="Arial MT"/>
              </a:rPr>
              <a:t> friendly</a:t>
            </a:r>
            <a:r>
              <a:rPr sz="1800" spc="4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333E6F"/>
                </a:solidFill>
                <a:latin typeface="Arial MT"/>
                <a:cs typeface="Arial MT"/>
              </a:rPr>
              <a:t>competition.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Launching</a:t>
            </a:r>
            <a:r>
              <a:rPr sz="1800" spc="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3E6F"/>
                </a:solidFill>
                <a:latin typeface="Arial MT"/>
                <a:cs typeface="Arial MT"/>
              </a:rPr>
              <a:t>soon—stay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333E6F"/>
                </a:solidFill>
                <a:latin typeface="Arial MT"/>
                <a:cs typeface="Arial MT"/>
              </a:rPr>
              <a:t>tuned</a:t>
            </a:r>
            <a:r>
              <a:rPr sz="1800" spc="3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for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 updates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and</a:t>
            </a:r>
            <a:r>
              <a:rPr sz="1800" spc="4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333E6F"/>
                </a:solidFill>
                <a:latin typeface="Arial MT"/>
                <a:cs typeface="Arial MT"/>
              </a:rPr>
              <a:t>prepare</a:t>
            </a:r>
            <a:r>
              <a:rPr sz="1800" spc="60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33E6F"/>
                </a:solidFill>
                <a:latin typeface="Arial MT"/>
                <a:cs typeface="Arial MT"/>
              </a:rPr>
              <a:t>to</a:t>
            </a:r>
            <a:r>
              <a:rPr sz="1800" spc="35" dirty="0">
                <a:solidFill>
                  <a:srgbClr val="333E6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E6F"/>
                </a:solidFill>
                <a:latin typeface="Arial MT"/>
                <a:cs typeface="Arial MT"/>
              </a:rPr>
              <a:t>play!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DAFC2C8-7FF6-166C-DFDE-E29B25420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734</Words>
  <Application>Microsoft Office PowerPoint</Application>
  <PresentationFormat>Custom</PresentationFormat>
  <Paragraphs>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 Black</vt:lpstr>
      <vt:lpstr>Arial MT</vt:lpstr>
      <vt:lpstr>Calibri</vt:lpstr>
      <vt:lpstr>Office Theme</vt:lpstr>
      <vt:lpstr>Fun Games: Your Next Favorite Gaming App</vt:lpstr>
      <vt:lpstr>Fun Games: A Diverse Collection of Addictive Games</vt:lpstr>
      <vt:lpstr>Pick-Up-and-Play Simplicity with Rewarding Gameplay</vt:lpstr>
      <vt:lpstr>Game Variety: Puzzles, Reflex Challenges, and More to Come!</vt:lpstr>
      <vt:lpstr>Android Studio, Java, Firebase - Powering a Seamless Experience</vt:lpstr>
      <vt:lpstr>Intuitive Design for Effortless Navigation</vt:lpstr>
      <vt:lpstr>Compatibility: Optimized for All Android Devices Devices</vt:lpstr>
      <vt:lpstr>Compatibility: Optimized for All Android Devices Devices</vt:lpstr>
      <vt:lpstr>DIAGRAMS</vt:lpstr>
      <vt:lpstr>Use Case Diagram:</vt:lpstr>
      <vt:lpstr>Class Diagram:</vt:lpstr>
      <vt:lpstr>Sequence Diagram:</vt:lpstr>
      <vt:lpstr>Activity Diagram:</vt:lpstr>
      <vt:lpstr>Module Hierarchy:</vt:lpstr>
      <vt:lpstr>Components Diagram:</vt:lpstr>
      <vt:lpstr>Launching Fun Games: Get Ready to Play!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Bansil Pabari</cp:lastModifiedBy>
  <cp:revision>2</cp:revision>
  <dcterms:created xsi:type="dcterms:W3CDTF">2025-02-19T17:29:09Z</dcterms:created>
  <dcterms:modified xsi:type="dcterms:W3CDTF">2025-02-20T03:49:42Z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2025-02-19T00:00:00Z</vt:filetime>
  </property>
  <property fmtid="{D5CDD505-2E9C-101B-9397-08002B2CF9AE}" pid="5" name="Producer">
    <vt:lpwstr>Microsoft® PowerPoint® 2019</vt:lpwstr>
  </property>
</Properties>
</file>