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Unbounded"/>
      <p:regular r:id="rId17"/>
    </p:embeddedFont>
    <p:embeddedFont>
      <p:font typeface="Unbounded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1120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Fun Games: Your Next Favorite Gaming App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7770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Welcome to Fun Games! Our app provides endless hours of casual gaming. Enjoy an intuitive user interface. Experience smooth navigation and rewarding scoring !!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83846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0" y="5846088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40" y="5821561"/>
            <a:ext cx="2212538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by Use App0002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631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Filling the Need for Casual, Engaging Mobile Games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90843"/>
            <a:ext cx="60995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Saturation of Complex Games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47198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mobile gaming market is flooded with complex games.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3896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Many users seek simpler, more accessible experiences.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890843"/>
            <a:ext cx="62447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Demand for Casual Entertainment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82631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There's a growing demand for casual, engaging mobile games.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75619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 seek quick, fun entertainment on the go.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19545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Fun Games: A Diverse Collection of Addictive Games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84119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46877" y="3926205"/>
            <a:ext cx="176927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3841194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Diverse Game Selection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4685943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Offers a variety of casual games to suit different tastes.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384119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84976" y="3926205"/>
            <a:ext cx="28408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3841194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Addictive Gameplay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4685943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Designed to be engaging and rewarding, keeping players hooked.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625661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92585" y="6341626"/>
            <a:ext cx="28551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6256615"/>
            <a:ext cx="34330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Mobile-First Design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74703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Optimized for seamless performance on Android devices.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40644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Pick-Up-and-Play Simplicity with Rewarding Gameplay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515922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309711"/>
            <a:ext cx="229195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Easy to Learn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6154460"/>
            <a:ext cx="22919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mechanics for immediate fun.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904" y="4515922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25904" y="5309711"/>
            <a:ext cx="2292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Rewarding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3425904" y="5800130"/>
            <a:ext cx="22920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Scoring system keeps users motivated.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8138" y="4515922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58138" y="5309711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Accessible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6058138" y="5800130"/>
            <a:ext cx="22919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Play anywhere, anytime on your phone.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30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4251" y="529828"/>
            <a:ext cx="7795498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Game Variety: Puzzles, Reflex Challenges, and More to Come!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74251" y="2624733"/>
            <a:ext cx="7795498" cy="1125141"/>
          </a:xfrm>
          <a:prstGeom prst="roundRect">
            <a:avLst>
              <a:gd name="adj" fmla="val 719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74514" y="2824996"/>
            <a:ext cx="2408277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Puzzles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4514" y="3241477"/>
            <a:ext cx="7394972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Brain-teasing challenges.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74251" y="3942517"/>
            <a:ext cx="7795498" cy="1125141"/>
          </a:xfrm>
          <a:prstGeom prst="roundRect">
            <a:avLst>
              <a:gd name="adj" fmla="val 719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4514" y="4142780"/>
            <a:ext cx="2408277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LUDO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74514" y="4559260"/>
            <a:ext cx="7394972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your reaction time.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74251" y="5260300"/>
            <a:ext cx="7795498" cy="1125141"/>
          </a:xfrm>
          <a:prstGeom prst="roundRect">
            <a:avLst>
              <a:gd name="adj" fmla="val 719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4514" y="5460563"/>
            <a:ext cx="2408277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Tic Tac Toe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74514" y="5877044"/>
            <a:ext cx="7394972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your every move carefully.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74251" y="6578084"/>
            <a:ext cx="7795498" cy="1125141"/>
          </a:xfrm>
          <a:prstGeom prst="roundRect">
            <a:avLst>
              <a:gd name="adj" fmla="val 719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4514" y="6778347"/>
            <a:ext cx="2408277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More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74514" y="7194828"/>
            <a:ext cx="7394972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Exciting new games are coming soon.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7354" y="1072991"/>
            <a:ext cx="7669292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Android Studio, Java, Firebase - Powering a Seamless Experience</a:t>
            </a:r>
            <a:endParaRPr lang="en-US" sz="4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54" y="3364230"/>
            <a:ext cx="1053346" cy="12640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06692" y="3574852"/>
            <a:ext cx="2633543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Android Studio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2106692" y="4030385"/>
            <a:ext cx="6299954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official IDE for Android app development.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54" y="4628317"/>
            <a:ext cx="1053346" cy="126408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06692" y="4838938"/>
            <a:ext cx="2633543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Java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2106692" y="5294471"/>
            <a:ext cx="6299954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robust and versatile programming language.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354" y="5892403"/>
            <a:ext cx="1053346" cy="126408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06692" y="6103025"/>
            <a:ext cx="2633543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Firebase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2106692" y="6558558"/>
            <a:ext cx="6299954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Google's mobile platform for analytics and more.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312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8660" y="3140393"/>
            <a:ext cx="13087231" cy="632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Intuitive Design for Effortless Navigation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303770" y="4076938"/>
            <a:ext cx="22860" cy="3543538"/>
          </a:xfrm>
          <a:prstGeom prst="roundRect">
            <a:avLst>
              <a:gd name="adj" fmla="val 372058"/>
            </a:avLst>
          </a:prstGeom>
          <a:solidFill>
            <a:srgbClr val="BCDBD4"/>
          </a:solidFill>
          <a:ln/>
        </p:spPr>
      </p:sp>
      <p:sp>
        <p:nvSpPr>
          <p:cNvPr id="5" name="Shape 2"/>
          <p:cNvSpPr/>
          <p:nvPr/>
        </p:nvSpPr>
        <p:spPr>
          <a:xfrm>
            <a:off x="6401633" y="4521041"/>
            <a:ext cx="708660" cy="22860"/>
          </a:xfrm>
          <a:prstGeom prst="roundRect">
            <a:avLst>
              <a:gd name="adj" fmla="val 372058"/>
            </a:avLst>
          </a:prstGeom>
          <a:solidFill>
            <a:srgbClr val="BCDBD4"/>
          </a:solidFill>
          <a:ln/>
        </p:spPr>
      </p:sp>
      <p:sp>
        <p:nvSpPr>
          <p:cNvPr id="6" name="Shape 3"/>
          <p:cNvSpPr/>
          <p:nvPr/>
        </p:nvSpPr>
        <p:spPr>
          <a:xfrm>
            <a:off x="7087433" y="4304705"/>
            <a:ext cx="455533" cy="455533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36143" y="4380547"/>
            <a:ext cx="157996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3670221" y="4279344"/>
            <a:ext cx="2531269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Clean Layout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08660" y="4717137"/>
            <a:ext cx="5492829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Easy-to-understand menu.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520107" y="5533430"/>
            <a:ext cx="708660" cy="22860"/>
          </a:xfrm>
          <a:prstGeom prst="roundRect">
            <a:avLst>
              <a:gd name="adj" fmla="val 372058"/>
            </a:avLst>
          </a:prstGeom>
          <a:solidFill>
            <a:srgbClr val="BCDBD4"/>
          </a:solidFill>
          <a:ln/>
        </p:spPr>
      </p:sp>
      <p:sp>
        <p:nvSpPr>
          <p:cNvPr id="11" name="Shape 8"/>
          <p:cNvSpPr/>
          <p:nvPr/>
        </p:nvSpPr>
        <p:spPr>
          <a:xfrm>
            <a:off x="7087433" y="5317093"/>
            <a:ext cx="455533" cy="455533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88279" y="5392936"/>
            <a:ext cx="253722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350" dirty="0"/>
          </a:p>
        </p:txBody>
      </p:sp>
      <p:sp>
        <p:nvSpPr>
          <p:cNvPr id="13" name="Text 10"/>
          <p:cNvSpPr/>
          <p:nvPr/>
        </p:nvSpPr>
        <p:spPr>
          <a:xfrm>
            <a:off x="8428911" y="5291733"/>
            <a:ext cx="3150275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Smooth Transitions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8428911" y="5729526"/>
            <a:ext cx="5492829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Seamless flow between games.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401633" y="6444615"/>
            <a:ext cx="708660" cy="22860"/>
          </a:xfrm>
          <a:prstGeom prst="roundRect">
            <a:avLst>
              <a:gd name="adj" fmla="val 372058"/>
            </a:avLst>
          </a:prstGeom>
          <a:solidFill>
            <a:srgbClr val="BCDBD4"/>
          </a:solidFill>
          <a:ln/>
        </p:spPr>
      </p:sp>
      <p:sp>
        <p:nvSpPr>
          <p:cNvPr id="16" name="Shape 13"/>
          <p:cNvSpPr/>
          <p:nvPr/>
        </p:nvSpPr>
        <p:spPr>
          <a:xfrm>
            <a:off x="7087433" y="6228278"/>
            <a:ext cx="455533" cy="455533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87684" y="6304121"/>
            <a:ext cx="254913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3670221" y="6202918"/>
            <a:ext cx="2531269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User-Friendly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708660" y="6640711"/>
            <a:ext cx="5492829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Optimized for all ages.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66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Balancing Fun with Sustainable Growth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43789" y="48731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In-App Ads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7375" y="4548783"/>
            <a:ext cx="14739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937790" y="3558302"/>
            <a:ext cx="31281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Premium Content</a:t>
            </a:r>
            <a:endParaRPr lang="en-US" sz="2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1623" y="3597712"/>
            <a:ext cx="23669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937790" y="5833705"/>
            <a:ext cx="38988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Strategic Partnerships</a:t>
            </a:r>
            <a:endParaRPr lang="en-US" sz="2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45254" y="6323886"/>
            <a:ext cx="237768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483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Expanding Content, Features, and Community Engagement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16022"/>
            <a:ext cx="2173724" cy="807958"/>
          </a:xfrm>
          <a:prstGeom prst="roundRect">
            <a:avLst>
              <a:gd name="adj" fmla="val 1179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593187"/>
            <a:ext cx="14739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194328" y="3642836"/>
            <a:ext cx="22698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More Games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080861" y="4208740"/>
            <a:ext cx="10642402" cy="15240"/>
          </a:xfrm>
          <a:prstGeom prst="roundRect">
            <a:avLst>
              <a:gd name="adj" fmla="val 625116"/>
            </a:avLst>
          </a:prstGeom>
          <a:solidFill>
            <a:srgbClr val="BCDBD4"/>
          </a:solidFill>
          <a:ln/>
        </p:spPr>
      </p:sp>
      <p:sp>
        <p:nvSpPr>
          <p:cNvPr id="7" name="Shape 5"/>
          <p:cNvSpPr/>
          <p:nvPr/>
        </p:nvSpPr>
        <p:spPr>
          <a:xfrm>
            <a:off x="793790" y="4337328"/>
            <a:ext cx="4347567" cy="807958"/>
          </a:xfrm>
          <a:prstGeom prst="roundRect">
            <a:avLst>
              <a:gd name="adj" fmla="val 1179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8224" y="4514493"/>
            <a:ext cx="23669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68171" y="4564142"/>
            <a:ext cx="24786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New Features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254704" y="5130046"/>
            <a:ext cx="8468558" cy="15240"/>
          </a:xfrm>
          <a:prstGeom prst="roundRect">
            <a:avLst>
              <a:gd name="adj" fmla="val 625116"/>
            </a:avLst>
          </a:prstGeom>
          <a:solidFill>
            <a:srgbClr val="BCDBD4"/>
          </a:solidFill>
          <a:ln/>
        </p:spPr>
      </p:sp>
      <p:sp>
        <p:nvSpPr>
          <p:cNvPr id="11" name="Shape 9"/>
          <p:cNvSpPr/>
          <p:nvPr/>
        </p:nvSpPr>
        <p:spPr>
          <a:xfrm>
            <a:off x="793790" y="5258633"/>
            <a:ext cx="6521410" cy="807958"/>
          </a:xfrm>
          <a:prstGeom prst="roundRect">
            <a:avLst>
              <a:gd name="adj" fmla="val 1179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224" y="5435798"/>
            <a:ext cx="237768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42014" y="5485448"/>
            <a:ext cx="20930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Community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63217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are dedicated to bringing you a fun experience.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363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Download "Fun Games" Today!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9409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Ready for hours of casual fun?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Download "Fun Games" now on the Google Play Store.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4302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Start playing and discover your next favorite game!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2025-02-19T10:35:27Z</dcterms:created>
  <dcterms:modified xsi:type="dcterms:W3CDTF">2025-02-19T10:35:27Z</dcterms:modified>
</cp:coreProperties>
</file>