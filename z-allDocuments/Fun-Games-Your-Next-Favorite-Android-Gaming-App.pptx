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Unbounded"/>
      <p:regular r:id="rId17"/>
    </p:embeddedFont>
    <p:embeddedFont>
      <p:font typeface="Unbounded"/>
      <p:regular r:id="rId18"/>
    </p:embeddedFont>
    <p:embeddedFont>
      <p:font typeface="Open Sans"/>
      <p:regular r:id="rId19"/>
    </p:embeddedFont>
    <p:embeddedFont>
      <p:font typeface="Open Sans"/>
      <p:regular r:id="rId20"/>
    </p:embeddedFont>
    <p:embeddedFont>
      <p:font typeface="Open Sans"/>
      <p:regular r:id="rId21"/>
    </p:embeddedFont>
    <p:embeddedFont>
      <p:font typeface="Open Sans"/>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9.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648301"/>
            <a:ext cx="7556421" cy="2126337"/>
          </a:xfrm>
          <a:prstGeom prst="rect">
            <a:avLst/>
          </a:prstGeom>
          <a:noFill/>
          <a:ln/>
        </p:spPr>
        <p:txBody>
          <a:bodyPr wrap="square" lIns="0" tIns="0" rIns="0" bIns="0" rtlCol="0" anchor="t"/>
          <a:lstStyle/>
          <a:p>
            <a:pPr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Fun Games: Your Next Favorite Android Gaming App</a:t>
            </a:r>
            <a:endParaRPr lang="en-US" sz="4450" dirty="0"/>
          </a:p>
        </p:txBody>
      </p:sp>
      <p:sp>
        <p:nvSpPr>
          <p:cNvPr id="4" name="Text 1"/>
          <p:cNvSpPr/>
          <p:nvPr/>
        </p:nvSpPr>
        <p:spPr>
          <a:xfrm>
            <a:off x="6280190" y="4114800"/>
            <a:ext cx="7556421" cy="1814513"/>
          </a:xfrm>
          <a:prstGeom prst="rect">
            <a:avLst/>
          </a:prstGeom>
          <a:noFill/>
          <a:ln/>
        </p:spPr>
        <p:txBody>
          <a:bodyPr wrap="square" lIns="0" tIns="0" rIns="0" bIns="0" rtlCol="0" anchor="t"/>
          <a:lstStyle/>
          <a:p>
            <a:pPr indent="0" marL="0">
              <a:lnSpc>
                <a:spcPts val="2850"/>
              </a:lnSpc>
              <a:buNone/>
            </a:pPr>
            <a:r>
              <a:rPr lang="en-US" sz="1750" dirty="0">
                <a:solidFill>
                  <a:srgbClr val="333F70"/>
                </a:solidFill>
                <a:latin typeface="Open Sans" pitchFamily="34" charset="0"/>
                <a:ea typeface="Open Sans" pitchFamily="34" charset="-122"/>
                <a:cs typeface="Open Sans" pitchFamily="34" charset="-120"/>
              </a:rPr>
              <a:t>Welcome to Fun Games, the ultimate destination for casual gaming on Android! Our app is designed to bring you a diverse collection of fun and engaging games, all in one convenient place. Get ready to explore a world of entertainment, cognitive challenges, and user-friendly design.</a:t>
            </a:r>
            <a:endParaRPr lang="en-US" sz="1750" dirty="0"/>
          </a:p>
        </p:txBody>
      </p:sp>
      <p:sp>
        <p:nvSpPr>
          <p:cNvPr id="5" name="Shape 2"/>
          <p:cNvSpPr/>
          <p:nvPr/>
        </p:nvSpPr>
        <p:spPr>
          <a:xfrm>
            <a:off x="6280190" y="6201370"/>
            <a:ext cx="362903" cy="362903"/>
          </a:xfrm>
          <a:prstGeom prst="roundRect">
            <a:avLst>
              <a:gd name="adj" fmla="val 25194296"/>
            </a:avLst>
          </a:prstGeom>
          <a:noFill/>
          <a:ln w="7620">
            <a:solidFill>
              <a:srgbClr val="FFFFFF"/>
            </a:solidFill>
            <a:prstDash val="solid"/>
          </a:ln>
        </p:spPr>
      </p:sp>
      <p:pic>
        <p:nvPicPr>
          <p:cNvPr id="6" name="Image 1" descr="preencoded.png">    </p:cNvPr>
          <p:cNvPicPr>
            <a:picLocks noChangeAspect="1"/>
          </p:cNvPicPr>
          <p:nvPr/>
        </p:nvPicPr>
        <p:blipFill>
          <a:blip r:embed="rId2"/>
          <a:stretch>
            <a:fillRect/>
          </a:stretch>
        </p:blipFill>
        <p:spPr>
          <a:xfrm>
            <a:off x="6287810" y="6208990"/>
            <a:ext cx="347663" cy="347663"/>
          </a:xfrm>
          <a:prstGeom prst="rect">
            <a:avLst/>
          </a:prstGeom>
        </p:spPr>
      </p:pic>
      <p:sp>
        <p:nvSpPr>
          <p:cNvPr id="7" name="Text 3"/>
          <p:cNvSpPr/>
          <p:nvPr/>
        </p:nvSpPr>
        <p:spPr>
          <a:xfrm>
            <a:off x="6756440" y="6184463"/>
            <a:ext cx="2212538" cy="396835"/>
          </a:xfrm>
          <a:prstGeom prst="rect">
            <a:avLst/>
          </a:prstGeom>
          <a:noFill/>
          <a:ln/>
        </p:spPr>
        <p:txBody>
          <a:bodyPr wrap="none" lIns="0" tIns="0" rIns="0" bIns="0" rtlCol="0" anchor="t"/>
          <a:lstStyle/>
          <a:p>
            <a:pPr algn="l" indent="0" marL="0">
              <a:lnSpc>
                <a:spcPts val="3100"/>
              </a:lnSpc>
              <a:buNone/>
            </a:pPr>
            <a:r>
              <a:rPr lang="en-US" sz="2200" b="1" dirty="0">
                <a:solidFill>
                  <a:srgbClr val="333F70"/>
                </a:solidFill>
                <a:latin typeface="Open Sans Bold" pitchFamily="34" charset="0"/>
                <a:ea typeface="Open Sans Bold" pitchFamily="34" charset="-122"/>
                <a:cs typeface="Open Sans Bold" pitchFamily="34" charset="-120"/>
              </a:rPr>
              <a:t>by Use App0002</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29615" y="1066324"/>
            <a:ext cx="7684770" cy="1303020"/>
          </a:xfrm>
          <a:prstGeom prst="rect">
            <a:avLst/>
          </a:prstGeom>
          <a:noFill/>
          <a:ln/>
        </p:spPr>
        <p:txBody>
          <a:bodyPr wrap="square" lIns="0" tIns="0" rIns="0" bIns="0" rtlCol="0" anchor="t"/>
          <a:lstStyle/>
          <a:p>
            <a:pPr indent="0" marL="0">
              <a:lnSpc>
                <a:spcPts val="5100"/>
              </a:lnSpc>
              <a:buNone/>
            </a:pPr>
            <a:r>
              <a:rPr lang="en-US" sz="4100" b="1" dirty="0">
                <a:solidFill>
                  <a:srgbClr val="333F70"/>
                </a:solidFill>
                <a:latin typeface="Unbounded Bold" pitchFamily="34" charset="0"/>
                <a:ea typeface="Unbounded Bold" pitchFamily="34" charset="-122"/>
                <a:cs typeface="Unbounded Bold" pitchFamily="34" charset="-120"/>
              </a:rPr>
              <a:t>Overview: Dive into the World of Fun Games</a:t>
            </a:r>
            <a:endParaRPr lang="en-US" sz="4100" dirty="0"/>
          </a:p>
        </p:txBody>
      </p:sp>
      <p:sp>
        <p:nvSpPr>
          <p:cNvPr id="4" name="Text 1"/>
          <p:cNvSpPr/>
          <p:nvPr/>
        </p:nvSpPr>
        <p:spPr>
          <a:xfrm>
            <a:off x="729615" y="2682002"/>
            <a:ext cx="7684770" cy="1667470"/>
          </a:xfrm>
          <a:prstGeom prst="rect">
            <a:avLst/>
          </a:prstGeom>
          <a:noFill/>
          <a:ln/>
        </p:spPr>
        <p:txBody>
          <a:bodyPr wrap="square" lIns="0" tIns="0" rIns="0" bIns="0" rtlCol="0" anchor="t"/>
          <a:lstStyle/>
          <a:p>
            <a:pPr indent="0" marL="0">
              <a:lnSpc>
                <a:spcPts val="2600"/>
              </a:lnSpc>
              <a:buNone/>
            </a:pPr>
            <a:r>
              <a:rPr lang="en-US" sz="1600" dirty="0">
                <a:solidFill>
                  <a:srgbClr val="333F70"/>
                </a:solidFill>
                <a:latin typeface="Open Sans" pitchFamily="34" charset="0"/>
                <a:ea typeface="Open Sans" pitchFamily="34" charset="-122"/>
                <a:cs typeface="Open Sans" pitchFamily="34" charset="-120"/>
              </a:rPr>
              <a:t>Fun Games is a mobile gaming app featuring a variety of casual games designed for quick and enjoyable play sessions. With an intuitive user interface and seamless navigation, Fun Games offers something for everyone. Whether you're a puzzle enthusiast or a reflex-based gamer, our app guarantees hours of entertainment and mental stimulation.</a:t>
            </a:r>
            <a:endParaRPr lang="en-US" sz="1600" dirty="0"/>
          </a:p>
        </p:txBody>
      </p:sp>
      <p:sp>
        <p:nvSpPr>
          <p:cNvPr id="5" name="Shape 2"/>
          <p:cNvSpPr/>
          <p:nvPr/>
        </p:nvSpPr>
        <p:spPr>
          <a:xfrm>
            <a:off x="729615" y="4818340"/>
            <a:ext cx="468987" cy="468987"/>
          </a:xfrm>
          <a:prstGeom prst="roundRect">
            <a:avLst>
              <a:gd name="adj" fmla="val 18671"/>
            </a:avLst>
          </a:prstGeom>
          <a:solidFill>
            <a:srgbClr val="D6F5EE"/>
          </a:solidFill>
          <a:ln w="7620">
            <a:solidFill>
              <a:srgbClr val="BCDBD4"/>
            </a:solidFill>
            <a:prstDash val="solid"/>
          </a:ln>
        </p:spPr>
      </p:sp>
      <p:sp>
        <p:nvSpPr>
          <p:cNvPr id="6" name="Text 3"/>
          <p:cNvSpPr/>
          <p:nvPr/>
        </p:nvSpPr>
        <p:spPr>
          <a:xfrm>
            <a:off x="882729" y="4896445"/>
            <a:ext cx="162639" cy="312777"/>
          </a:xfrm>
          <a:prstGeom prst="rect">
            <a:avLst/>
          </a:prstGeom>
          <a:noFill/>
          <a:ln/>
        </p:spPr>
        <p:txBody>
          <a:bodyPr wrap="none" lIns="0" tIns="0" rIns="0" bIns="0" rtlCol="0" anchor="t"/>
          <a:lstStyle/>
          <a:p>
            <a:pPr algn="ctr" indent="0" marL="0">
              <a:lnSpc>
                <a:spcPts val="2450"/>
              </a:lnSpc>
              <a:buNone/>
            </a:pPr>
            <a:r>
              <a:rPr lang="en-US" sz="2450" b="1" dirty="0">
                <a:solidFill>
                  <a:srgbClr val="333F70"/>
                </a:solidFill>
                <a:latin typeface="Unbounded Bold" pitchFamily="34" charset="0"/>
                <a:ea typeface="Unbounded Bold" pitchFamily="34" charset="-122"/>
                <a:cs typeface="Unbounded Bold" pitchFamily="34" charset="-120"/>
              </a:rPr>
              <a:t>1</a:t>
            </a:r>
            <a:endParaRPr lang="en-US" sz="2450" dirty="0"/>
          </a:p>
        </p:txBody>
      </p:sp>
      <p:sp>
        <p:nvSpPr>
          <p:cNvPr id="7" name="Text 4"/>
          <p:cNvSpPr/>
          <p:nvPr/>
        </p:nvSpPr>
        <p:spPr>
          <a:xfrm>
            <a:off x="1407081" y="4818340"/>
            <a:ext cx="2606040" cy="325755"/>
          </a:xfrm>
          <a:prstGeom prst="rect">
            <a:avLst/>
          </a:prstGeom>
          <a:noFill/>
          <a:ln/>
        </p:spPr>
        <p:txBody>
          <a:bodyPr wrap="none" lIns="0" tIns="0" rIns="0" bIns="0" rtlCol="0" anchor="t"/>
          <a:lstStyle/>
          <a:p>
            <a:pPr indent="0" marL="0">
              <a:lnSpc>
                <a:spcPts val="2550"/>
              </a:lnSpc>
              <a:buNone/>
            </a:pPr>
            <a:r>
              <a:rPr lang="en-US" sz="2050" b="1" dirty="0">
                <a:solidFill>
                  <a:srgbClr val="333F70"/>
                </a:solidFill>
                <a:latin typeface="Unbounded Bold" pitchFamily="34" charset="0"/>
                <a:ea typeface="Unbounded Bold" pitchFamily="34" charset="-122"/>
                <a:cs typeface="Unbounded Bold" pitchFamily="34" charset="-120"/>
              </a:rPr>
              <a:t>Casual Gaming</a:t>
            </a:r>
            <a:endParaRPr lang="en-US" sz="2050" dirty="0"/>
          </a:p>
        </p:txBody>
      </p:sp>
      <p:sp>
        <p:nvSpPr>
          <p:cNvPr id="8" name="Text 5"/>
          <p:cNvSpPr/>
          <p:nvPr/>
        </p:nvSpPr>
        <p:spPr>
          <a:xfrm>
            <a:off x="1407081" y="5269111"/>
            <a:ext cx="3060740" cy="666988"/>
          </a:xfrm>
          <a:prstGeom prst="rect">
            <a:avLst/>
          </a:prstGeom>
          <a:noFill/>
          <a:ln/>
        </p:spPr>
        <p:txBody>
          <a:bodyPr wrap="square" lIns="0" tIns="0" rIns="0" bIns="0" rtlCol="0" anchor="t"/>
          <a:lstStyle/>
          <a:p>
            <a:pPr indent="0" marL="0">
              <a:lnSpc>
                <a:spcPts val="2600"/>
              </a:lnSpc>
              <a:buNone/>
            </a:pPr>
            <a:r>
              <a:rPr lang="en-US" sz="1600" dirty="0">
                <a:solidFill>
                  <a:srgbClr val="333F70"/>
                </a:solidFill>
                <a:latin typeface="Open Sans" pitchFamily="34" charset="0"/>
                <a:ea typeface="Open Sans" pitchFamily="34" charset="-122"/>
                <a:cs typeface="Open Sans" pitchFamily="34" charset="-120"/>
              </a:rPr>
              <a:t>Enjoy a wide range of casual games suitable for all ages.</a:t>
            </a:r>
            <a:endParaRPr lang="en-US" sz="1600" dirty="0"/>
          </a:p>
        </p:txBody>
      </p:sp>
      <p:sp>
        <p:nvSpPr>
          <p:cNvPr id="9" name="Shape 6"/>
          <p:cNvSpPr/>
          <p:nvPr/>
        </p:nvSpPr>
        <p:spPr>
          <a:xfrm>
            <a:off x="4676299" y="4818340"/>
            <a:ext cx="468987" cy="468987"/>
          </a:xfrm>
          <a:prstGeom prst="roundRect">
            <a:avLst>
              <a:gd name="adj" fmla="val 18671"/>
            </a:avLst>
          </a:prstGeom>
          <a:solidFill>
            <a:srgbClr val="D6F5EE"/>
          </a:solidFill>
          <a:ln w="7620">
            <a:solidFill>
              <a:srgbClr val="BCDBD4"/>
            </a:solidFill>
            <a:prstDash val="solid"/>
          </a:ln>
        </p:spPr>
      </p:sp>
      <p:sp>
        <p:nvSpPr>
          <p:cNvPr id="10" name="Text 7"/>
          <p:cNvSpPr/>
          <p:nvPr/>
        </p:nvSpPr>
        <p:spPr>
          <a:xfrm>
            <a:off x="4780240" y="4896445"/>
            <a:ext cx="261104" cy="312777"/>
          </a:xfrm>
          <a:prstGeom prst="rect">
            <a:avLst/>
          </a:prstGeom>
          <a:noFill/>
          <a:ln/>
        </p:spPr>
        <p:txBody>
          <a:bodyPr wrap="none" lIns="0" tIns="0" rIns="0" bIns="0" rtlCol="0" anchor="t"/>
          <a:lstStyle/>
          <a:p>
            <a:pPr algn="ctr" indent="0" marL="0">
              <a:lnSpc>
                <a:spcPts val="2450"/>
              </a:lnSpc>
              <a:buNone/>
            </a:pPr>
            <a:r>
              <a:rPr lang="en-US" sz="2450" b="1" dirty="0">
                <a:solidFill>
                  <a:srgbClr val="333F70"/>
                </a:solidFill>
                <a:latin typeface="Unbounded Bold" pitchFamily="34" charset="0"/>
                <a:ea typeface="Unbounded Bold" pitchFamily="34" charset="-122"/>
                <a:cs typeface="Unbounded Bold" pitchFamily="34" charset="-120"/>
              </a:rPr>
              <a:t>2</a:t>
            </a:r>
            <a:endParaRPr lang="en-US" sz="2450" dirty="0"/>
          </a:p>
        </p:txBody>
      </p:sp>
      <p:sp>
        <p:nvSpPr>
          <p:cNvPr id="11" name="Text 8"/>
          <p:cNvSpPr/>
          <p:nvPr/>
        </p:nvSpPr>
        <p:spPr>
          <a:xfrm>
            <a:off x="5353764" y="4818340"/>
            <a:ext cx="2606040" cy="325755"/>
          </a:xfrm>
          <a:prstGeom prst="rect">
            <a:avLst/>
          </a:prstGeom>
          <a:noFill/>
          <a:ln/>
        </p:spPr>
        <p:txBody>
          <a:bodyPr wrap="none" lIns="0" tIns="0" rIns="0" bIns="0" rtlCol="0" anchor="t"/>
          <a:lstStyle/>
          <a:p>
            <a:pPr indent="0" marL="0">
              <a:lnSpc>
                <a:spcPts val="2550"/>
              </a:lnSpc>
              <a:buNone/>
            </a:pPr>
            <a:r>
              <a:rPr lang="en-US" sz="2050" b="1" dirty="0">
                <a:solidFill>
                  <a:srgbClr val="333F70"/>
                </a:solidFill>
                <a:latin typeface="Unbounded Bold" pitchFamily="34" charset="0"/>
                <a:ea typeface="Unbounded Bold" pitchFamily="34" charset="-122"/>
                <a:cs typeface="Unbounded Bold" pitchFamily="34" charset="-120"/>
              </a:rPr>
              <a:t>Intuitive UI</a:t>
            </a:r>
            <a:endParaRPr lang="en-US" sz="2050" dirty="0"/>
          </a:p>
        </p:txBody>
      </p:sp>
      <p:sp>
        <p:nvSpPr>
          <p:cNvPr id="12" name="Text 9"/>
          <p:cNvSpPr/>
          <p:nvPr/>
        </p:nvSpPr>
        <p:spPr>
          <a:xfrm>
            <a:off x="5353764" y="5269111"/>
            <a:ext cx="3060740" cy="666988"/>
          </a:xfrm>
          <a:prstGeom prst="rect">
            <a:avLst/>
          </a:prstGeom>
          <a:noFill/>
          <a:ln/>
        </p:spPr>
        <p:txBody>
          <a:bodyPr wrap="square" lIns="0" tIns="0" rIns="0" bIns="0" rtlCol="0" anchor="t"/>
          <a:lstStyle/>
          <a:p>
            <a:pPr indent="0" marL="0">
              <a:lnSpc>
                <a:spcPts val="2600"/>
              </a:lnSpc>
              <a:buNone/>
            </a:pPr>
            <a:r>
              <a:rPr lang="en-US" sz="1600" dirty="0">
                <a:solidFill>
                  <a:srgbClr val="333F70"/>
                </a:solidFill>
                <a:latin typeface="Open Sans" pitchFamily="34" charset="0"/>
                <a:ea typeface="Open Sans" pitchFamily="34" charset="-122"/>
                <a:cs typeface="Open Sans" pitchFamily="34" charset="-120"/>
              </a:rPr>
              <a:t>Navigate effortlessly through our user-friendly interface.</a:t>
            </a:r>
            <a:endParaRPr lang="en-US" sz="1600" dirty="0"/>
          </a:p>
        </p:txBody>
      </p:sp>
      <p:sp>
        <p:nvSpPr>
          <p:cNvPr id="13" name="Shape 10"/>
          <p:cNvSpPr/>
          <p:nvPr/>
        </p:nvSpPr>
        <p:spPr>
          <a:xfrm>
            <a:off x="729615" y="6379012"/>
            <a:ext cx="468987" cy="468987"/>
          </a:xfrm>
          <a:prstGeom prst="roundRect">
            <a:avLst>
              <a:gd name="adj" fmla="val 18671"/>
            </a:avLst>
          </a:prstGeom>
          <a:solidFill>
            <a:srgbClr val="D6F5EE"/>
          </a:solidFill>
          <a:ln w="7620">
            <a:solidFill>
              <a:srgbClr val="BCDBD4"/>
            </a:solidFill>
            <a:prstDash val="solid"/>
          </a:ln>
        </p:spPr>
      </p:sp>
      <p:sp>
        <p:nvSpPr>
          <p:cNvPr id="14" name="Text 11"/>
          <p:cNvSpPr/>
          <p:nvPr/>
        </p:nvSpPr>
        <p:spPr>
          <a:xfrm>
            <a:off x="832842" y="6457117"/>
            <a:ext cx="262414" cy="312777"/>
          </a:xfrm>
          <a:prstGeom prst="rect">
            <a:avLst/>
          </a:prstGeom>
          <a:noFill/>
          <a:ln/>
        </p:spPr>
        <p:txBody>
          <a:bodyPr wrap="none" lIns="0" tIns="0" rIns="0" bIns="0" rtlCol="0" anchor="t"/>
          <a:lstStyle/>
          <a:p>
            <a:pPr algn="ctr" indent="0" marL="0">
              <a:lnSpc>
                <a:spcPts val="2450"/>
              </a:lnSpc>
              <a:buNone/>
            </a:pPr>
            <a:r>
              <a:rPr lang="en-US" sz="2450" b="1" dirty="0">
                <a:solidFill>
                  <a:srgbClr val="333F70"/>
                </a:solidFill>
                <a:latin typeface="Unbounded Bold" pitchFamily="34" charset="0"/>
                <a:ea typeface="Unbounded Bold" pitchFamily="34" charset="-122"/>
                <a:cs typeface="Unbounded Bold" pitchFamily="34" charset="-120"/>
              </a:rPr>
              <a:t>3</a:t>
            </a:r>
            <a:endParaRPr lang="en-US" sz="2450" dirty="0"/>
          </a:p>
        </p:txBody>
      </p:sp>
      <p:sp>
        <p:nvSpPr>
          <p:cNvPr id="15" name="Text 12"/>
          <p:cNvSpPr/>
          <p:nvPr/>
        </p:nvSpPr>
        <p:spPr>
          <a:xfrm>
            <a:off x="1407081" y="6379012"/>
            <a:ext cx="3296841" cy="325755"/>
          </a:xfrm>
          <a:prstGeom prst="rect">
            <a:avLst/>
          </a:prstGeom>
          <a:noFill/>
          <a:ln/>
        </p:spPr>
        <p:txBody>
          <a:bodyPr wrap="none" lIns="0" tIns="0" rIns="0" bIns="0" rtlCol="0" anchor="t"/>
          <a:lstStyle/>
          <a:p>
            <a:pPr indent="0" marL="0">
              <a:lnSpc>
                <a:spcPts val="2550"/>
              </a:lnSpc>
              <a:buNone/>
            </a:pPr>
            <a:r>
              <a:rPr lang="en-US" sz="2050" b="1" dirty="0">
                <a:solidFill>
                  <a:srgbClr val="333F70"/>
                </a:solidFill>
                <a:latin typeface="Unbounded Bold" pitchFamily="34" charset="0"/>
                <a:ea typeface="Unbounded Bold" pitchFamily="34" charset="-122"/>
                <a:cs typeface="Unbounded Bold" pitchFamily="34" charset="-120"/>
              </a:rPr>
              <a:t>Engaging Gameplay</a:t>
            </a:r>
            <a:endParaRPr lang="en-US" sz="2050" dirty="0"/>
          </a:p>
        </p:txBody>
      </p:sp>
      <p:sp>
        <p:nvSpPr>
          <p:cNvPr id="16" name="Text 13"/>
          <p:cNvSpPr/>
          <p:nvPr/>
        </p:nvSpPr>
        <p:spPr>
          <a:xfrm>
            <a:off x="1407081" y="6829782"/>
            <a:ext cx="7007304" cy="333494"/>
          </a:xfrm>
          <a:prstGeom prst="rect">
            <a:avLst/>
          </a:prstGeom>
          <a:noFill/>
          <a:ln/>
        </p:spPr>
        <p:txBody>
          <a:bodyPr wrap="none" lIns="0" tIns="0" rIns="0" bIns="0" rtlCol="0" anchor="t"/>
          <a:lstStyle/>
          <a:p>
            <a:pPr indent="0" marL="0">
              <a:lnSpc>
                <a:spcPts val="2600"/>
              </a:lnSpc>
              <a:buNone/>
            </a:pPr>
            <a:r>
              <a:rPr lang="en-US" sz="1600" dirty="0">
                <a:solidFill>
                  <a:srgbClr val="333F70"/>
                </a:solidFill>
                <a:latin typeface="Open Sans" pitchFamily="34" charset="0"/>
                <a:ea typeface="Open Sans" pitchFamily="34" charset="-122"/>
                <a:cs typeface="Open Sans" pitchFamily="34" charset="-120"/>
              </a:rPr>
              <a:t>Experience puzzles and reflex-based challenges.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502212"/>
            <a:ext cx="11836837" cy="708779"/>
          </a:xfrm>
          <a:prstGeom prst="rect">
            <a:avLst/>
          </a:prstGeom>
          <a:noFill/>
          <a:ln/>
        </p:spPr>
        <p:txBody>
          <a:bodyPr wrap="none" lIns="0" tIns="0" rIns="0" bIns="0" rtlCol="0" anchor="t"/>
          <a:lstStyle/>
          <a:p>
            <a:pPr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All Offline Games in One Platform</a:t>
            </a:r>
            <a:endParaRPr lang="en-US" sz="4450" dirty="0"/>
          </a:p>
        </p:txBody>
      </p:sp>
      <p:sp>
        <p:nvSpPr>
          <p:cNvPr id="3" name="Text 1"/>
          <p:cNvSpPr/>
          <p:nvPr/>
        </p:nvSpPr>
        <p:spPr>
          <a:xfrm>
            <a:off x="793790" y="2664619"/>
            <a:ext cx="13042821" cy="1088708"/>
          </a:xfrm>
          <a:prstGeom prst="rect">
            <a:avLst/>
          </a:prstGeom>
          <a:noFill/>
          <a:ln/>
        </p:spPr>
        <p:txBody>
          <a:bodyPr wrap="square" lIns="0" tIns="0" rIns="0" bIns="0" rtlCol="0" anchor="t"/>
          <a:lstStyle/>
          <a:p>
            <a:pPr indent="0" marL="0">
              <a:lnSpc>
                <a:spcPts val="2850"/>
              </a:lnSpc>
              <a:buNone/>
            </a:pPr>
            <a:r>
              <a:rPr lang="en-US" sz="1750" dirty="0">
                <a:solidFill>
                  <a:srgbClr val="333F70"/>
                </a:solidFill>
                <a:latin typeface="Open Sans" pitchFamily="34" charset="0"/>
                <a:ea typeface="Open Sans" pitchFamily="34" charset="-122"/>
                <a:cs typeface="Open Sans" pitchFamily="34" charset="-120"/>
              </a:rPr>
              <a:t>One of the best aspects of Fun Games is that it is available for offline play. Enjoy access to many games without needing WiFi or service data. The app is designed to be lightweight and efficient, ensuring smooth performance on all Android devices. Download once, play anywhere, anytime!</a:t>
            </a:r>
            <a:endParaRPr lang="en-US" sz="1750" dirty="0"/>
          </a:p>
        </p:txBody>
      </p:sp>
      <p:sp>
        <p:nvSpPr>
          <p:cNvPr id="4" name="Text 2"/>
          <p:cNvSpPr/>
          <p:nvPr/>
        </p:nvSpPr>
        <p:spPr>
          <a:xfrm>
            <a:off x="793790" y="4008477"/>
            <a:ext cx="13042821" cy="1088708"/>
          </a:xfrm>
          <a:prstGeom prst="rect">
            <a:avLst/>
          </a:prstGeom>
          <a:noFill/>
          <a:ln/>
        </p:spPr>
        <p:txBody>
          <a:bodyPr wrap="square" lIns="0" tIns="0" rIns="0" bIns="0" rtlCol="0" anchor="t"/>
          <a:lstStyle/>
          <a:p>
            <a:pPr indent="0" marL="0">
              <a:lnSpc>
                <a:spcPts val="2850"/>
              </a:lnSpc>
              <a:buNone/>
            </a:pPr>
            <a:r>
              <a:rPr lang="en-US" sz="1750" dirty="0">
                <a:solidFill>
                  <a:srgbClr val="333F70"/>
                </a:solidFill>
                <a:latin typeface="Open Sans" pitchFamily="34" charset="0"/>
                <a:ea typeface="Open Sans" pitchFamily="34" charset="-122"/>
                <a:cs typeface="Open Sans" pitchFamily="34" charset="-120"/>
              </a:rPr>
              <a:t>We believe that gaming should be accessible to everyone, regardless of their internet connectivity. Our commitment to offline play ensures that you can enjoy Fun Games whenever and wherever you want, without any interruptions or limitations.</a:t>
            </a:r>
            <a:endParaRPr lang="en-US" sz="1750" dirty="0"/>
          </a:p>
        </p:txBody>
      </p:sp>
      <p:sp>
        <p:nvSpPr>
          <p:cNvPr id="5" name="Text 3"/>
          <p:cNvSpPr/>
          <p:nvPr/>
        </p:nvSpPr>
        <p:spPr>
          <a:xfrm>
            <a:off x="793790" y="5579150"/>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Offline Access</a:t>
            </a:r>
            <a:endParaRPr lang="en-US" sz="2200" dirty="0"/>
          </a:p>
        </p:txBody>
      </p:sp>
      <p:sp>
        <p:nvSpPr>
          <p:cNvPr id="6" name="Text 4"/>
          <p:cNvSpPr/>
          <p:nvPr/>
        </p:nvSpPr>
        <p:spPr>
          <a:xfrm>
            <a:off x="793790" y="6160294"/>
            <a:ext cx="6244709" cy="362903"/>
          </a:xfrm>
          <a:prstGeom prst="rect">
            <a:avLst/>
          </a:prstGeom>
          <a:noFill/>
          <a:ln/>
        </p:spPr>
        <p:txBody>
          <a:bodyPr wrap="none" lIns="0" tIns="0" rIns="0" bIns="0" rtlCol="0" anchor="t"/>
          <a:lstStyle/>
          <a:p>
            <a:pPr indent="0" marL="0">
              <a:lnSpc>
                <a:spcPts val="2850"/>
              </a:lnSpc>
              <a:buNone/>
            </a:pPr>
            <a:r>
              <a:rPr lang="en-US" sz="1750" dirty="0">
                <a:solidFill>
                  <a:srgbClr val="333F70"/>
                </a:solidFill>
                <a:latin typeface="Open Sans" pitchFamily="34" charset="0"/>
                <a:ea typeface="Open Sans" pitchFamily="34" charset="-122"/>
                <a:cs typeface="Open Sans" pitchFamily="34" charset="-120"/>
              </a:rPr>
              <a:t>Play your favorite games without an internet connection.</a:t>
            </a:r>
            <a:endParaRPr lang="en-US" sz="1750" dirty="0"/>
          </a:p>
        </p:txBody>
      </p:sp>
      <p:sp>
        <p:nvSpPr>
          <p:cNvPr id="7" name="Text 5"/>
          <p:cNvSpPr/>
          <p:nvPr/>
        </p:nvSpPr>
        <p:spPr>
          <a:xfrm>
            <a:off x="7599521" y="5579150"/>
            <a:ext cx="3453765" cy="354330"/>
          </a:xfrm>
          <a:prstGeom prst="rect">
            <a:avLst/>
          </a:prstGeom>
          <a:noFill/>
          <a:ln/>
        </p:spPr>
        <p:txBody>
          <a:bodyPr wrap="none" lIns="0" tIns="0" rIns="0" bIns="0" rtlCol="0" anchor="t"/>
          <a:lstStyle/>
          <a:p>
            <a:pPr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Lightweight Design</a:t>
            </a:r>
            <a:endParaRPr lang="en-US" sz="2200" dirty="0"/>
          </a:p>
        </p:txBody>
      </p:sp>
      <p:sp>
        <p:nvSpPr>
          <p:cNvPr id="8" name="Text 6"/>
          <p:cNvSpPr/>
          <p:nvPr/>
        </p:nvSpPr>
        <p:spPr>
          <a:xfrm>
            <a:off x="7599521" y="6160294"/>
            <a:ext cx="6244709" cy="362903"/>
          </a:xfrm>
          <a:prstGeom prst="rect">
            <a:avLst/>
          </a:prstGeom>
          <a:noFill/>
          <a:ln/>
        </p:spPr>
        <p:txBody>
          <a:bodyPr wrap="none" lIns="0" tIns="0" rIns="0" bIns="0" rtlCol="0" anchor="t"/>
          <a:lstStyle/>
          <a:p>
            <a:pPr indent="0" marL="0">
              <a:lnSpc>
                <a:spcPts val="2850"/>
              </a:lnSpc>
              <a:buNone/>
            </a:pPr>
            <a:r>
              <a:rPr lang="en-US" sz="1750" dirty="0">
                <a:solidFill>
                  <a:srgbClr val="333F70"/>
                </a:solidFill>
                <a:latin typeface="Open Sans" pitchFamily="34" charset="0"/>
                <a:ea typeface="Open Sans" pitchFamily="34" charset="-122"/>
                <a:cs typeface="Open Sans" pitchFamily="34" charset="-120"/>
              </a:rPr>
              <a:t>Enjoy smooth performance on all Android devices.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76632" y="755809"/>
            <a:ext cx="7790736" cy="1812727"/>
          </a:xfrm>
          <a:prstGeom prst="rect">
            <a:avLst/>
          </a:prstGeom>
          <a:noFill/>
          <a:ln/>
        </p:spPr>
        <p:txBody>
          <a:bodyPr wrap="square" lIns="0" tIns="0" rIns="0" bIns="0" rtlCol="0" anchor="t"/>
          <a:lstStyle/>
          <a:p>
            <a:pPr indent="0" marL="0">
              <a:lnSpc>
                <a:spcPts val="4750"/>
              </a:lnSpc>
              <a:buNone/>
            </a:pPr>
            <a:r>
              <a:rPr lang="en-US" sz="3800" b="1" dirty="0">
                <a:solidFill>
                  <a:srgbClr val="333F70"/>
                </a:solidFill>
                <a:latin typeface="Unbounded Bold" pitchFamily="34" charset="0"/>
                <a:ea typeface="Unbounded Bold" pitchFamily="34" charset="-122"/>
                <a:cs typeface="Unbounded Bold" pitchFamily="34" charset="-120"/>
              </a:rPr>
              <a:t>Key Features: Casual Games, Scoring, and User-Friendly Design</a:t>
            </a:r>
            <a:endParaRPr lang="en-US" sz="3800" dirty="0"/>
          </a:p>
        </p:txBody>
      </p:sp>
      <p:sp>
        <p:nvSpPr>
          <p:cNvPr id="4" name="Text 1"/>
          <p:cNvSpPr/>
          <p:nvPr/>
        </p:nvSpPr>
        <p:spPr>
          <a:xfrm>
            <a:off x="676632" y="2858453"/>
            <a:ext cx="7790736" cy="1237298"/>
          </a:xfrm>
          <a:prstGeom prst="rect">
            <a:avLst/>
          </a:prstGeom>
          <a:noFill/>
          <a:ln/>
        </p:spPr>
        <p:txBody>
          <a:bodyPr wrap="square" lIns="0" tIns="0" rIns="0" bIns="0" rtlCol="0" anchor="t"/>
          <a:lstStyle/>
          <a:p>
            <a:pPr indent="0" marL="0">
              <a:lnSpc>
                <a:spcPts val="2400"/>
              </a:lnSpc>
              <a:buNone/>
            </a:pPr>
            <a:r>
              <a:rPr lang="en-US" sz="1500" dirty="0">
                <a:solidFill>
                  <a:srgbClr val="333F70"/>
                </a:solidFill>
                <a:latin typeface="Open Sans" pitchFamily="34" charset="0"/>
                <a:ea typeface="Open Sans" pitchFamily="34" charset="-122"/>
                <a:cs typeface="Open Sans" pitchFamily="34" charset="-120"/>
              </a:rPr>
              <a:t>Fun Games is packed with features designed to enhance your gaming experience. From a diverse selection of casual games to a comprehensive scoring system and an intuitive user interface, we've carefully crafted every aspect of our app to provide maximum enjoyment and engagement.</a:t>
            </a:r>
            <a:endParaRPr lang="en-US" sz="1500" dirty="0"/>
          </a:p>
        </p:txBody>
      </p:sp>
      <p:sp>
        <p:nvSpPr>
          <p:cNvPr id="5" name="Text 2"/>
          <p:cNvSpPr/>
          <p:nvPr/>
        </p:nvSpPr>
        <p:spPr>
          <a:xfrm>
            <a:off x="676632" y="4313158"/>
            <a:ext cx="7790736" cy="927973"/>
          </a:xfrm>
          <a:prstGeom prst="rect">
            <a:avLst/>
          </a:prstGeom>
          <a:noFill/>
          <a:ln/>
        </p:spPr>
        <p:txBody>
          <a:bodyPr wrap="square" lIns="0" tIns="0" rIns="0" bIns="0" rtlCol="0" anchor="t"/>
          <a:lstStyle/>
          <a:p>
            <a:pPr indent="0" marL="0">
              <a:lnSpc>
                <a:spcPts val="2400"/>
              </a:lnSpc>
              <a:buNone/>
            </a:pPr>
            <a:r>
              <a:rPr lang="en-US" sz="1500" dirty="0">
                <a:solidFill>
                  <a:srgbClr val="333F70"/>
                </a:solidFill>
                <a:latin typeface="Open Sans" pitchFamily="34" charset="0"/>
                <a:ea typeface="Open Sans" pitchFamily="34" charset="-122"/>
                <a:cs typeface="Open Sans" pitchFamily="34" charset="-120"/>
              </a:rPr>
              <a:t>Our app isn't just about playing games; it's about creating an immersive and rewarding experience for our users. With Fun Games, you'll discover a world of entertainment and cognitive stimulation that keeps you coming back for more.</a:t>
            </a:r>
            <a:endParaRPr lang="en-US" sz="1500" dirty="0"/>
          </a:p>
        </p:txBody>
      </p:sp>
      <p:pic>
        <p:nvPicPr>
          <p:cNvPr id="6" name="Image 1" descr="preencoded.png">    </p:cNvPr>
          <p:cNvPicPr>
            <a:picLocks noChangeAspect="1"/>
          </p:cNvPicPr>
          <p:nvPr/>
        </p:nvPicPr>
        <p:blipFill>
          <a:blip r:embed="rId2"/>
          <a:stretch>
            <a:fillRect/>
          </a:stretch>
        </p:blipFill>
        <p:spPr>
          <a:xfrm>
            <a:off x="676632" y="5458539"/>
            <a:ext cx="483275" cy="483275"/>
          </a:xfrm>
          <a:prstGeom prst="rect">
            <a:avLst/>
          </a:prstGeom>
        </p:spPr>
      </p:pic>
      <p:sp>
        <p:nvSpPr>
          <p:cNvPr id="7" name="Text 3"/>
          <p:cNvSpPr/>
          <p:nvPr/>
        </p:nvSpPr>
        <p:spPr>
          <a:xfrm>
            <a:off x="676632" y="6135053"/>
            <a:ext cx="2403634" cy="302062"/>
          </a:xfrm>
          <a:prstGeom prst="rect">
            <a:avLst/>
          </a:prstGeom>
          <a:noFill/>
          <a:ln/>
        </p:spPr>
        <p:txBody>
          <a:bodyPr wrap="none" lIns="0" tIns="0" rIns="0" bIns="0" rtlCol="0" anchor="t"/>
          <a:lstStyle/>
          <a:p>
            <a:pPr algn="l" indent="0" marL="0">
              <a:lnSpc>
                <a:spcPts val="2350"/>
              </a:lnSpc>
              <a:buNone/>
            </a:pPr>
            <a:r>
              <a:rPr lang="en-US" sz="1900" b="1" dirty="0">
                <a:solidFill>
                  <a:srgbClr val="333F70"/>
                </a:solidFill>
                <a:latin typeface="Unbounded Bold" pitchFamily="34" charset="0"/>
                <a:ea typeface="Unbounded Bold" pitchFamily="34" charset="-122"/>
                <a:cs typeface="Unbounded Bold" pitchFamily="34" charset="-120"/>
              </a:rPr>
              <a:t>Casual Games</a:t>
            </a:r>
            <a:endParaRPr lang="en-US" sz="1900" dirty="0"/>
          </a:p>
        </p:txBody>
      </p:sp>
      <p:sp>
        <p:nvSpPr>
          <p:cNvPr id="8" name="Text 4"/>
          <p:cNvSpPr/>
          <p:nvPr/>
        </p:nvSpPr>
        <p:spPr>
          <a:xfrm>
            <a:off x="676632" y="6553081"/>
            <a:ext cx="2403634" cy="618649"/>
          </a:xfrm>
          <a:prstGeom prst="rect">
            <a:avLst/>
          </a:prstGeom>
          <a:noFill/>
          <a:ln/>
        </p:spPr>
        <p:txBody>
          <a:bodyPr wrap="square" lIns="0" tIns="0" rIns="0" bIns="0" rtlCol="0" anchor="t"/>
          <a:lstStyle/>
          <a:p>
            <a:pPr algn="l" indent="0" marL="0">
              <a:lnSpc>
                <a:spcPts val="2400"/>
              </a:lnSpc>
              <a:buNone/>
            </a:pPr>
            <a:r>
              <a:rPr lang="en-US" sz="1500" dirty="0">
                <a:solidFill>
                  <a:srgbClr val="333F70"/>
                </a:solidFill>
                <a:latin typeface="Open Sans" pitchFamily="34" charset="0"/>
                <a:ea typeface="Open Sans" pitchFamily="34" charset="-122"/>
                <a:cs typeface="Open Sans" pitchFamily="34" charset="-120"/>
              </a:rPr>
              <a:t>Explore a variety of fun and engaging games.</a:t>
            </a:r>
            <a:endParaRPr lang="en-US" sz="1500" dirty="0"/>
          </a:p>
        </p:txBody>
      </p:sp>
      <p:pic>
        <p:nvPicPr>
          <p:cNvPr id="9" name="Image 2" descr="preencoded.png">    </p:cNvPr>
          <p:cNvPicPr>
            <a:picLocks noChangeAspect="1"/>
          </p:cNvPicPr>
          <p:nvPr/>
        </p:nvPicPr>
        <p:blipFill>
          <a:blip r:embed="rId3"/>
          <a:stretch>
            <a:fillRect/>
          </a:stretch>
        </p:blipFill>
        <p:spPr>
          <a:xfrm>
            <a:off x="3370183" y="5458539"/>
            <a:ext cx="483275" cy="483275"/>
          </a:xfrm>
          <a:prstGeom prst="rect">
            <a:avLst/>
          </a:prstGeom>
        </p:spPr>
      </p:pic>
      <p:sp>
        <p:nvSpPr>
          <p:cNvPr id="10" name="Text 5"/>
          <p:cNvSpPr/>
          <p:nvPr/>
        </p:nvSpPr>
        <p:spPr>
          <a:xfrm>
            <a:off x="3370183" y="6135053"/>
            <a:ext cx="2403634" cy="302062"/>
          </a:xfrm>
          <a:prstGeom prst="rect">
            <a:avLst/>
          </a:prstGeom>
          <a:noFill/>
          <a:ln/>
        </p:spPr>
        <p:txBody>
          <a:bodyPr wrap="none" lIns="0" tIns="0" rIns="0" bIns="0" rtlCol="0" anchor="t"/>
          <a:lstStyle/>
          <a:p>
            <a:pPr algn="l" indent="0" marL="0">
              <a:lnSpc>
                <a:spcPts val="2350"/>
              </a:lnSpc>
              <a:buNone/>
            </a:pPr>
            <a:r>
              <a:rPr lang="en-US" sz="1900" b="1" dirty="0">
                <a:solidFill>
                  <a:srgbClr val="333F70"/>
                </a:solidFill>
                <a:latin typeface="Unbounded Bold" pitchFamily="34" charset="0"/>
                <a:ea typeface="Unbounded Bold" pitchFamily="34" charset="-122"/>
                <a:cs typeface="Unbounded Bold" pitchFamily="34" charset="-120"/>
              </a:rPr>
              <a:t>Scoring System</a:t>
            </a:r>
            <a:endParaRPr lang="en-US" sz="1900" dirty="0"/>
          </a:p>
        </p:txBody>
      </p:sp>
      <p:sp>
        <p:nvSpPr>
          <p:cNvPr id="11" name="Text 6"/>
          <p:cNvSpPr/>
          <p:nvPr/>
        </p:nvSpPr>
        <p:spPr>
          <a:xfrm>
            <a:off x="3370183" y="6553081"/>
            <a:ext cx="2403634" cy="618649"/>
          </a:xfrm>
          <a:prstGeom prst="rect">
            <a:avLst/>
          </a:prstGeom>
          <a:noFill/>
          <a:ln/>
        </p:spPr>
        <p:txBody>
          <a:bodyPr wrap="square" lIns="0" tIns="0" rIns="0" bIns="0" rtlCol="0" anchor="t"/>
          <a:lstStyle/>
          <a:p>
            <a:pPr algn="l" indent="0" marL="0">
              <a:lnSpc>
                <a:spcPts val="2400"/>
              </a:lnSpc>
              <a:buNone/>
            </a:pPr>
            <a:r>
              <a:rPr lang="en-US" sz="1500" dirty="0">
                <a:solidFill>
                  <a:srgbClr val="333F70"/>
                </a:solidFill>
                <a:latin typeface="Open Sans" pitchFamily="34" charset="0"/>
                <a:ea typeface="Open Sans" pitchFamily="34" charset="-122"/>
                <a:cs typeface="Open Sans" pitchFamily="34" charset="-120"/>
              </a:rPr>
              <a:t>Track your progress and compete with friends.</a:t>
            </a:r>
            <a:endParaRPr lang="en-US" sz="1500" dirty="0"/>
          </a:p>
        </p:txBody>
      </p:sp>
      <p:pic>
        <p:nvPicPr>
          <p:cNvPr id="12" name="Image 3" descr="preencoded.png">    </p:cNvPr>
          <p:cNvPicPr>
            <a:picLocks noChangeAspect="1"/>
          </p:cNvPicPr>
          <p:nvPr/>
        </p:nvPicPr>
        <p:blipFill>
          <a:blip r:embed="rId4"/>
          <a:stretch>
            <a:fillRect/>
          </a:stretch>
        </p:blipFill>
        <p:spPr>
          <a:xfrm>
            <a:off x="6063734" y="5458539"/>
            <a:ext cx="483275" cy="483275"/>
          </a:xfrm>
          <a:prstGeom prst="rect">
            <a:avLst/>
          </a:prstGeom>
        </p:spPr>
      </p:pic>
      <p:sp>
        <p:nvSpPr>
          <p:cNvPr id="13" name="Text 7"/>
          <p:cNvSpPr/>
          <p:nvPr/>
        </p:nvSpPr>
        <p:spPr>
          <a:xfrm>
            <a:off x="6063734" y="6135053"/>
            <a:ext cx="2403634" cy="604123"/>
          </a:xfrm>
          <a:prstGeom prst="rect">
            <a:avLst/>
          </a:prstGeom>
          <a:noFill/>
          <a:ln/>
        </p:spPr>
        <p:txBody>
          <a:bodyPr wrap="square" lIns="0" tIns="0" rIns="0" bIns="0" rtlCol="0" anchor="t"/>
          <a:lstStyle/>
          <a:p>
            <a:pPr algn="l" indent="0" marL="0">
              <a:lnSpc>
                <a:spcPts val="2350"/>
              </a:lnSpc>
              <a:buNone/>
            </a:pPr>
            <a:r>
              <a:rPr lang="en-US" sz="1900" b="1" dirty="0">
                <a:solidFill>
                  <a:srgbClr val="333F70"/>
                </a:solidFill>
                <a:latin typeface="Unbounded Bold" pitchFamily="34" charset="0"/>
                <a:ea typeface="Unbounded Bold" pitchFamily="34" charset="-122"/>
                <a:cs typeface="Unbounded Bold" pitchFamily="34" charset="-120"/>
              </a:rPr>
              <a:t>User-Friendly Design</a:t>
            </a:r>
            <a:endParaRPr lang="en-US" sz="1900" dirty="0"/>
          </a:p>
        </p:txBody>
      </p:sp>
      <p:sp>
        <p:nvSpPr>
          <p:cNvPr id="14" name="Text 8"/>
          <p:cNvSpPr/>
          <p:nvPr/>
        </p:nvSpPr>
        <p:spPr>
          <a:xfrm>
            <a:off x="6063734" y="6855143"/>
            <a:ext cx="2403634" cy="618649"/>
          </a:xfrm>
          <a:prstGeom prst="rect">
            <a:avLst/>
          </a:prstGeom>
          <a:noFill/>
          <a:ln/>
        </p:spPr>
        <p:txBody>
          <a:bodyPr wrap="square" lIns="0" tIns="0" rIns="0" bIns="0" rtlCol="0" anchor="t"/>
          <a:lstStyle/>
          <a:p>
            <a:pPr algn="l" indent="0" marL="0">
              <a:lnSpc>
                <a:spcPts val="2400"/>
              </a:lnSpc>
              <a:buNone/>
            </a:pPr>
            <a:r>
              <a:rPr lang="en-US" sz="1500" dirty="0">
                <a:solidFill>
                  <a:srgbClr val="333F70"/>
                </a:solidFill>
                <a:latin typeface="Open Sans" pitchFamily="34" charset="0"/>
                <a:ea typeface="Open Sans" pitchFamily="34" charset="-122"/>
                <a:cs typeface="Open Sans" pitchFamily="34" charset="-120"/>
              </a:rPr>
              <a:t>Enjoy seamless navigation and intuitive controls.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10132933" y="216456"/>
            <a:ext cx="3508415" cy="7796689"/>
          </a:xfrm>
          <a:prstGeom prst="rect">
            <a:avLst/>
          </a:prstGeom>
        </p:spPr>
      </p:pic>
      <p:sp>
        <p:nvSpPr>
          <p:cNvPr id="4" name="Text 0"/>
          <p:cNvSpPr/>
          <p:nvPr/>
        </p:nvSpPr>
        <p:spPr>
          <a:xfrm>
            <a:off x="606147" y="747593"/>
            <a:ext cx="7931706" cy="1082516"/>
          </a:xfrm>
          <a:prstGeom prst="rect">
            <a:avLst/>
          </a:prstGeom>
          <a:noFill/>
          <a:ln/>
        </p:spPr>
        <p:txBody>
          <a:bodyPr wrap="square" lIns="0" tIns="0" rIns="0" bIns="0" rtlCol="0" anchor="t"/>
          <a:lstStyle/>
          <a:p>
            <a:pPr indent="0" marL="0">
              <a:lnSpc>
                <a:spcPts val="4250"/>
              </a:lnSpc>
              <a:buNone/>
            </a:pPr>
            <a:r>
              <a:rPr lang="en-US" sz="3400" b="1" dirty="0">
                <a:solidFill>
                  <a:srgbClr val="333F70"/>
                </a:solidFill>
                <a:latin typeface="Unbounded Bold" pitchFamily="34" charset="0"/>
                <a:ea typeface="Unbounded Bold" pitchFamily="34" charset="-122"/>
                <a:cs typeface="Unbounded Bold" pitchFamily="34" charset="-120"/>
              </a:rPr>
              <a:t>Engaging Gameplay: Puzzles and Reflex-Based Challenges</a:t>
            </a:r>
            <a:endParaRPr lang="en-US" sz="3400" dirty="0"/>
          </a:p>
        </p:txBody>
      </p:sp>
      <p:sp>
        <p:nvSpPr>
          <p:cNvPr id="5" name="Text 1"/>
          <p:cNvSpPr/>
          <p:nvPr/>
        </p:nvSpPr>
        <p:spPr>
          <a:xfrm>
            <a:off x="606147" y="2089785"/>
            <a:ext cx="7931706" cy="1108710"/>
          </a:xfrm>
          <a:prstGeom prst="rect">
            <a:avLst/>
          </a:prstGeom>
          <a:noFill/>
          <a:ln/>
        </p:spPr>
        <p:txBody>
          <a:bodyPr wrap="square" lIns="0" tIns="0" rIns="0" bIns="0" rtlCol="0" anchor="t"/>
          <a:lstStyle/>
          <a:p>
            <a:pPr indent="0" marL="0">
              <a:lnSpc>
                <a:spcPts val="2150"/>
              </a:lnSpc>
              <a:buNone/>
            </a:pPr>
            <a:r>
              <a:rPr lang="en-US" sz="1350" dirty="0">
                <a:solidFill>
                  <a:srgbClr val="333F70"/>
                </a:solidFill>
                <a:latin typeface="Open Sans" pitchFamily="34" charset="0"/>
                <a:ea typeface="Open Sans" pitchFamily="34" charset="-122"/>
                <a:cs typeface="Open Sans" pitchFamily="34" charset="-120"/>
              </a:rPr>
              <a:t>Fun Games offers a wide variety of engaging games that will challenge your mind and reflexes. From brain-teasing puzzles to fast-paced reflex-based challenges, there's always something new and exciting to discover. Perfect for quick breaks or longer play sessions, our games are designed to keep you entertained and mentally stimulated.</a:t>
            </a:r>
            <a:endParaRPr lang="en-US" sz="1350" dirty="0"/>
          </a:p>
        </p:txBody>
      </p:sp>
      <p:sp>
        <p:nvSpPr>
          <p:cNvPr id="6" name="Text 2"/>
          <p:cNvSpPr/>
          <p:nvPr/>
        </p:nvSpPr>
        <p:spPr>
          <a:xfrm>
            <a:off x="606147" y="3393281"/>
            <a:ext cx="7931706" cy="554355"/>
          </a:xfrm>
          <a:prstGeom prst="rect">
            <a:avLst/>
          </a:prstGeom>
          <a:noFill/>
          <a:ln/>
        </p:spPr>
        <p:txBody>
          <a:bodyPr wrap="square" lIns="0" tIns="0" rIns="0" bIns="0" rtlCol="0" anchor="t"/>
          <a:lstStyle/>
          <a:p>
            <a:pPr indent="0" marL="0">
              <a:lnSpc>
                <a:spcPts val="2150"/>
              </a:lnSpc>
              <a:buNone/>
            </a:pPr>
            <a:r>
              <a:rPr lang="en-US" sz="1350" dirty="0">
                <a:solidFill>
                  <a:srgbClr val="333F70"/>
                </a:solidFill>
                <a:latin typeface="Open Sans" pitchFamily="34" charset="0"/>
                <a:ea typeface="Open Sans" pitchFamily="34" charset="-122"/>
                <a:cs typeface="Open Sans" pitchFamily="34" charset="-120"/>
              </a:rPr>
              <a:t>The engaging gameplay in Fun Games is designed to offer something for every type of player, making it a comprehensive package for entertainment and mental stimulation.</a:t>
            </a:r>
            <a:endParaRPr lang="en-US" sz="1350" dirty="0"/>
          </a:p>
        </p:txBody>
      </p:sp>
      <p:sp>
        <p:nvSpPr>
          <p:cNvPr id="7" name="Shape 3"/>
          <p:cNvSpPr/>
          <p:nvPr/>
        </p:nvSpPr>
        <p:spPr>
          <a:xfrm>
            <a:off x="854393" y="4142423"/>
            <a:ext cx="22860" cy="3339465"/>
          </a:xfrm>
          <a:prstGeom prst="roundRect">
            <a:avLst>
              <a:gd name="adj" fmla="val 318205"/>
            </a:avLst>
          </a:prstGeom>
          <a:solidFill>
            <a:srgbClr val="BCDBD4"/>
          </a:solidFill>
          <a:ln/>
        </p:spPr>
      </p:sp>
      <p:sp>
        <p:nvSpPr>
          <p:cNvPr id="8" name="Shape 4"/>
          <p:cNvSpPr/>
          <p:nvPr/>
        </p:nvSpPr>
        <p:spPr>
          <a:xfrm>
            <a:off x="1037749" y="4520565"/>
            <a:ext cx="606147" cy="22860"/>
          </a:xfrm>
          <a:prstGeom prst="roundRect">
            <a:avLst>
              <a:gd name="adj" fmla="val 318205"/>
            </a:avLst>
          </a:prstGeom>
          <a:solidFill>
            <a:srgbClr val="BCDBD4"/>
          </a:solidFill>
          <a:ln/>
        </p:spPr>
      </p:sp>
      <p:sp>
        <p:nvSpPr>
          <p:cNvPr id="9" name="Shape 5"/>
          <p:cNvSpPr/>
          <p:nvPr/>
        </p:nvSpPr>
        <p:spPr>
          <a:xfrm>
            <a:off x="671036" y="4337209"/>
            <a:ext cx="389573" cy="389573"/>
          </a:xfrm>
          <a:prstGeom prst="roundRect">
            <a:avLst>
              <a:gd name="adj" fmla="val 18672"/>
            </a:avLst>
          </a:prstGeom>
          <a:solidFill>
            <a:srgbClr val="D6F5EE"/>
          </a:solidFill>
          <a:ln w="7620">
            <a:solidFill>
              <a:srgbClr val="BCDBD4"/>
            </a:solidFill>
            <a:prstDash val="solid"/>
          </a:ln>
        </p:spPr>
      </p:sp>
      <p:sp>
        <p:nvSpPr>
          <p:cNvPr id="10" name="Text 6"/>
          <p:cNvSpPr/>
          <p:nvPr/>
        </p:nvSpPr>
        <p:spPr>
          <a:xfrm>
            <a:off x="798195" y="4402098"/>
            <a:ext cx="135136" cy="259794"/>
          </a:xfrm>
          <a:prstGeom prst="rect">
            <a:avLst/>
          </a:prstGeom>
          <a:noFill/>
          <a:ln/>
        </p:spPr>
        <p:txBody>
          <a:bodyPr wrap="none" lIns="0" tIns="0" rIns="0" bIns="0" rtlCol="0" anchor="t"/>
          <a:lstStyle/>
          <a:p>
            <a:pPr algn="ctr" indent="0" marL="0">
              <a:lnSpc>
                <a:spcPts val="2000"/>
              </a:lnSpc>
              <a:buNone/>
            </a:pPr>
            <a:r>
              <a:rPr lang="en-US" sz="2000" b="1" dirty="0">
                <a:solidFill>
                  <a:srgbClr val="333F70"/>
                </a:solidFill>
                <a:latin typeface="Unbounded Bold" pitchFamily="34" charset="0"/>
                <a:ea typeface="Unbounded Bold" pitchFamily="34" charset="-122"/>
                <a:cs typeface="Unbounded Bold" pitchFamily="34" charset="-120"/>
              </a:rPr>
              <a:t>1</a:t>
            </a:r>
            <a:endParaRPr lang="en-US" sz="2000" dirty="0"/>
          </a:p>
        </p:txBody>
      </p:sp>
      <p:sp>
        <p:nvSpPr>
          <p:cNvPr id="11" name="Text 7"/>
          <p:cNvSpPr/>
          <p:nvPr/>
        </p:nvSpPr>
        <p:spPr>
          <a:xfrm>
            <a:off x="1818323" y="4315539"/>
            <a:ext cx="2164913" cy="270510"/>
          </a:xfrm>
          <a:prstGeom prst="rect">
            <a:avLst/>
          </a:prstGeom>
          <a:noFill/>
          <a:ln/>
        </p:spPr>
        <p:txBody>
          <a:bodyPr wrap="none" lIns="0" tIns="0" rIns="0" bIns="0" rtlCol="0" anchor="t"/>
          <a:lstStyle/>
          <a:p>
            <a:pPr algn="l" indent="0" marL="0">
              <a:lnSpc>
                <a:spcPts val="2100"/>
              </a:lnSpc>
              <a:buNone/>
            </a:pPr>
            <a:r>
              <a:rPr lang="en-US" sz="1700" b="1" dirty="0">
                <a:solidFill>
                  <a:srgbClr val="333F70"/>
                </a:solidFill>
                <a:latin typeface="Unbounded Bold" pitchFamily="34" charset="0"/>
                <a:ea typeface="Unbounded Bold" pitchFamily="34" charset="-122"/>
                <a:cs typeface="Unbounded Bold" pitchFamily="34" charset="-120"/>
              </a:rPr>
              <a:t>Puzzles</a:t>
            </a:r>
            <a:endParaRPr lang="en-US" sz="1700" dirty="0"/>
          </a:p>
        </p:txBody>
      </p:sp>
      <p:sp>
        <p:nvSpPr>
          <p:cNvPr id="12" name="Text 8"/>
          <p:cNvSpPr/>
          <p:nvPr/>
        </p:nvSpPr>
        <p:spPr>
          <a:xfrm>
            <a:off x="1818323" y="4689872"/>
            <a:ext cx="6719530" cy="277178"/>
          </a:xfrm>
          <a:prstGeom prst="rect">
            <a:avLst/>
          </a:prstGeom>
          <a:noFill/>
          <a:ln/>
        </p:spPr>
        <p:txBody>
          <a:bodyPr wrap="none" lIns="0" tIns="0" rIns="0" bIns="0" rtlCol="0" anchor="t"/>
          <a:lstStyle/>
          <a:p>
            <a:pPr algn="l" indent="0" marL="0">
              <a:lnSpc>
                <a:spcPts val="2150"/>
              </a:lnSpc>
              <a:buNone/>
            </a:pPr>
            <a:r>
              <a:rPr lang="en-US" sz="1350" dirty="0">
                <a:solidFill>
                  <a:srgbClr val="333F70"/>
                </a:solidFill>
                <a:latin typeface="Open Sans" pitchFamily="34" charset="0"/>
                <a:ea typeface="Open Sans" pitchFamily="34" charset="-122"/>
                <a:cs typeface="Open Sans" pitchFamily="34" charset="-120"/>
              </a:rPr>
              <a:t>Test your problem-solving skills with our collection of brain-teasing puzzles.</a:t>
            </a:r>
            <a:endParaRPr lang="en-US" sz="1350" dirty="0"/>
          </a:p>
        </p:txBody>
      </p:sp>
      <p:sp>
        <p:nvSpPr>
          <p:cNvPr id="13" name="Shape 9"/>
          <p:cNvSpPr/>
          <p:nvPr/>
        </p:nvSpPr>
        <p:spPr>
          <a:xfrm>
            <a:off x="1037749" y="5691426"/>
            <a:ext cx="606147" cy="22860"/>
          </a:xfrm>
          <a:prstGeom prst="roundRect">
            <a:avLst>
              <a:gd name="adj" fmla="val 318205"/>
            </a:avLst>
          </a:prstGeom>
          <a:solidFill>
            <a:srgbClr val="BCDBD4"/>
          </a:solidFill>
          <a:ln/>
        </p:spPr>
      </p:sp>
      <p:sp>
        <p:nvSpPr>
          <p:cNvPr id="14" name="Shape 10"/>
          <p:cNvSpPr/>
          <p:nvPr/>
        </p:nvSpPr>
        <p:spPr>
          <a:xfrm>
            <a:off x="671036" y="5508069"/>
            <a:ext cx="389573" cy="389573"/>
          </a:xfrm>
          <a:prstGeom prst="roundRect">
            <a:avLst>
              <a:gd name="adj" fmla="val 18672"/>
            </a:avLst>
          </a:prstGeom>
          <a:solidFill>
            <a:srgbClr val="D6F5EE"/>
          </a:solidFill>
          <a:ln w="7620">
            <a:solidFill>
              <a:srgbClr val="BCDBD4"/>
            </a:solidFill>
            <a:prstDash val="solid"/>
          </a:ln>
        </p:spPr>
      </p:sp>
      <p:sp>
        <p:nvSpPr>
          <p:cNvPr id="15" name="Text 11"/>
          <p:cNvSpPr/>
          <p:nvPr/>
        </p:nvSpPr>
        <p:spPr>
          <a:xfrm>
            <a:off x="757357" y="5572958"/>
            <a:ext cx="216932" cy="259794"/>
          </a:xfrm>
          <a:prstGeom prst="rect">
            <a:avLst/>
          </a:prstGeom>
          <a:noFill/>
          <a:ln/>
        </p:spPr>
        <p:txBody>
          <a:bodyPr wrap="none" lIns="0" tIns="0" rIns="0" bIns="0" rtlCol="0" anchor="t"/>
          <a:lstStyle/>
          <a:p>
            <a:pPr algn="ctr" indent="0" marL="0">
              <a:lnSpc>
                <a:spcPts val="2000"/>
              </a:lnSpc>
              <a:buNone/>
            </a:pPr>
            <a:r>
              <a:rPr lang="en-US" sz="2000" b="1" dirty="0">
                <a:solidFill>
                  <a:srgbClr val="333F70"/>
                </a:solidFill>
                <a:latin typeface="Unbounded Bold" pitchFamily="34" charset="0"/>
                <a:ea typeface="Unbounded Bold" pitchFamily="34" charset="-122"/>
                <a:cs typeface="Unbounded Bold" pitchFamily="34" charset="-120"/>
              </a:rPr>
              <a:t>2</a:t>
            </a:r>
            <a:endParaRPr lang="en-US" sz="2000" dirty="0"/>
          </a:p>
        </p:txBody>
      </p:sp>
      <p:sp>
        <p:nvSpPr>
          <p:cNvPr id="16" name="Text 12"/>
          <p:cNvSpPr/>
          <p:nvPr/>
        </p:nvSpPr>
        <p:spPr>
          <a:xfrm>
            <a:off x="1818323" y="5486400"/>
            <a:ext cx="2164913" cy="270510"/>
          </a:xfrm>
          <a:prstGeom prst="rect">
            <a:avLst/>
          </a:prstGeom>
          <a:noFill/>
          <a:ln/>
        </p:spPr>
        <p:txBody>
          <a:bodyPr wrap="none" lIns="0" tIns="0" rIns="0" bIns="0" rtlCol="0" anchor="t"/>
          <a:lstStyle/>
          <a:p>
            <a:pPr algn="l" indent="0" marL="0">
              <a:lnSpc>
                <a:spcPts val="2100"/>
              </a:lnSpc>
              <a:buNone/>
            </a:pPr>
            <a:r>
              <a:rPr lang="en-US" sz="1700" b="1" dirty="0">
                <a:solidFill>
                  <a:srgbClr val="333F70"/>
                </a:solidFill>
                <a:latin typeface="Unbounded Bold" pitchFamily="34" charset="0"/>
                <a:ea typeface="Unbounded Bold" pitchFamily="34" charset="-122"/>
                <a:cs typeface="Unbounded Bold" pitchFamily="34" charset="-120"/>
              </a:rPr>
              <a:t>Reflex-Based</a:t>
            </a:r>
            <a:endParaRPr lang="en-US" sz="1700" dirty="0"/>
          </a:p>
        </p:txBody>
      </p:sp>
      <p:sp>
        <p:nvSpPr>
          <p:cNvPr id="17" name="Text 13"/>
          <p:cNvSpPr/>
          <p:nvPr/>
        </p:nvSpPr>
        <p:spPr>
          <a:xfrm>
            <a:off x="1818323" y="5860733"/>
            <a:ext cx="6719530" cy="277178"/>
          </a:xfrm>
          <a:prstGeom prst="rect">
            <a:avLst/>
          </a:prstGeom>
          <a:noFill/>
          <a:ln/>
        </p:spPr>
        <p:txBody>
          <a:bodyPr wrap="none" lIns="0" tIns="0" rIns="0" bIns="0" rtlCol="0" anchor="t"/>
          <a:lstStyle/>
          <a:p>
            <a:pPr algn="l" indent="0" marL="0">
              <a:lnSpc>
                <a:spcPts val="2150"/>
              </a:lnSpc>
              <a:buNone/>
            </a:pPr>
            <a:r>
              <a:rPr lang="en-US" sz="1350" dirty="0">
                <a:solidFill>
                  <a:srgbClr val="333F70"/>
                </a:solidFill>
                <a:latin typeface="Open Sans" pitchFamily="34" charset="0"/>
                <a:ea typeface="Open Sans" pitchFamily="34" charset="-122"/>
                <a:cs typeface="Open Sans" pitchFamily="34" charset="-120"/>
              </a:rPr>
              <a:t>Challenge your reflexes with fast-paced, action-packed games.</a:t>
            </a:r>
            <a:endParaRPr lang="en-US" sz="1350" dirty="0"/>
          </a:p>
        </p:txBody>
      </p:sp>
      <p:sp>
        <p:nvSpPr>
          <p:cNvPr id="18" name="Shape 14"/>
          <p:cNvSpPr/>
          <p:nvPr/>
        </p:nvSpPr>
        <p:spPr>
          <a:xfrm>
            <a:off x="1037749" y="6862286"/>
            <a:ext cx="606147" cy="22860"/>
          </a:xfrm>
          <a:prstGeom prst="roundRect">
            <a:avLst>
              <a:gd name="adj" fmla="val 318205"/>
            </a:avLst>
          </a:prstGeom>
          <a:solidFill>
            <a:srgbClr val="BCDBD4"/>
          </a:solidFill>
          <a:ln/>
        </p:spPr>
      </p:sp>
      <p:sp>
        <p:nvSpPr>
          <p:cNvPr id="19" name="Shape 15"/>
          <p:cNvSpPr/>
          <p:nvPr/>
        </p:nvSpPr>
        <p:spPr>
          <a:xfrm>
            <a:off x="671036" y="6678930"/>
            <a:ext cx="389573" cy="389573"/>
          </a:xfrm>
          <a:prstGeom prst="roundRect">
            <a:avLst>
              <a:gd name="adj" fmla="val 18672"/>
            </a:avLst>
          </a:prstGeom>
          <a:solidFill>
            <a:srgbClr val="D6F5EE"/>
          </a:solidFill>
          <a:ln w="7620">
            <a:solidFill>
              <a:srgbClr val="BCDBD4"/>
            </a:solidFill>
            <a:prstDash val="solid"/>
          </a:ln>
        </p:spPr>
      </p:sp>
      <p:sp>
        <p:nvSpPr>
          <p:cNvPr id="20" name="Text 16"/>
          <p:cNvSpPr/>
          <p:nvPr/>
        </p:nvSpPr>
        <p:spPr>
          <a:xfrm>
            <a:off x="756880" y="6743819"/>
            <a:ext cx="217884" cy="259794"/>
          </a:xfrm>
          <a:prstGeom prst="rect">
            <a:avLst/>
          </a:prstGeom>
          <a:noFill/>
          <a:ln/>
        </p:spPr>
        <p:txBody>
          <a:bodyPr wrap="none" lIns="0" tIns="0" rIns="0" bIns="0" rtlCol="0" anchor="t"/>
          <a:lstStyle/>
          <a:p>
            <a:pPr algn="ctr" indent="0" marL="0">
              <a:lnSpc>
                <a:spcPts val="2000"/>
              </a:lnSpc>
              <a:buNone/>
            </a:pPr>
            <a:r>
              <a:rPr lang="en-US" sz="2000" b="1" dirty="0">
                <a:solidFill>
                  <a:srgbClr val="333F70"/>
                </a:solidFill>
                <a:latin typeface="Unbounded Bold" pitchFamily="34" charset="0"/>
                <a:ea typeface="Unbounded Bold" pitchFamily="34" charset="-122"/>
                <a:cs typeface="Unbounded Bold" pitchFamily="34" charset="-120"/>
              </a:rPr>
              <a:t>3</a:t>
            </a:r>
            <a:endParaRPr lang="en-US" sz="2000" dirty="0"/>
          </a:p>
        </p:txBody>
      </p:sp>
      <p:sp>
        <p:nvSpPr>
          <p:cNvPr id="21" name="Text 17"/>
          <p:cNvSpPr/>
          <p:nvPr/>
        </p:nvSpPr>
        <p:spPr>
          <a:xfrm>
            <a:off x="1818323" y="6657261"/>
            <a:ext cx="2164913" cy="270510"/>
          </a:xfrm>
          <a:prstGeom prst="rect">
            <a:avLst/>
          </a:prstGeom>
          <a:noFill/>
          <a:ln/>
        </p:spPr>
        <p:txBody>
          <a:bodyPr wrap="none" lIns="0" tIns="0" rIns="0" bIns="0" rtlCol="0" anchor="t"/>
          <a:lstStyle/>
          <a:p>
            <a:pPr algn="l" indent="0" marL="0">
              <a:lnSpc>
                <a:spcPts val="2100"/>
              </a:lnSpc>
              <a:buNone/>
            </a:pPr>
            <a:r>
              <a:rPr lang="en-US" sz="1700" b="1" dirty="0">
                <a:solidFill>
                  <a:srgbClr val="333F70"/>
                </a:solidFill>
                <a:latin typeface="Unbounded Bold" pitchFamily="34" charset="0"/>
                <a:ea typeface="Unbounded Bold" pitchFamily="34" charset="-122"/>
                <a:cs typeface="Unbounded Bold" pitchFamily="34" charset="-120"/>
              </a:rPr>
              <a:t>Variety</a:t>
            </a:r>
            <a:endParaRPr lang="en-US" sz="1700" dirty="0"/>
          </a:p>
        </p:txBody>
      </p:sp>
      <p:sp>
        <p:nvSpPr>
          <p:cNvPr id="22" name="Text 18"/>
          <p:cNvSpPr/>
          <p:nvPr/>
        </p:nvSpPr>
        <p:spPr>
          <a:xfrm>
            <a:off x="1818323" y="7031593"/>
            <a:ext cx="6719530" cy="277178"/>
          </a:xfrm>
          <a:prstGeom prst="rect">
            <a:avLst/>
          </a:prstGeom>
          <a:noFill/>
          <a:ln/>
        </p:spPr>
        <p:txBody>
          <a:bodyPr wrap="none" lIns="0" tIns="0" rIns="0" bIns="0" rtlCol="0" anchor="t"/>
          <a:lstStyle/>
          <a:p>
            <a:pPr algn="l" indent="0" marL="0">
              <a:lnSpc>
                <a:spcPts val="2150"/>
              </a:lnSpc>
              <a:buNone/>
            </a:pPr>
            <a:r>
              <a:rPr lang="en-US" sz="1350" dirty="0">
                <a:solidFill>
                  <a:srgbClr val="333F70"/>
                </a:solidFill>
                <a:latin typeface="Open Sans" pitchFamily="34" charset="0"/>
                <a:ea typeface="Open Sans" pitchFamily="34" charset="-122"/>
                <a:cs typeface="Open Sans" pitchFamily="34" charset="-120"/>
              </a:rPr>
              <a:t>Enjoy a diverse range of gameplay experiences.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22828" y="730448"/>
            <a:ext cx="13184743" cy="1290876"/>
          </a:xfrm>
          <a:prstGeom prst="rect">
            <a:avLst/>
          </a:prstGeom>
          <a:noFill/>
          <a:ln/>
        </p:spPr>
        <p:txBody>
          <a:bodyPr wrap="square" lIns="0" tIns="0" rIns="0" bIns="0" rtlCol="0" anchor="t"/>
          <a:lstStyle/>
          <a:p>
            <a:pPr indent="0" marL="0">
              <a:lnSpc>
                <a:spcPts val="5050"/>
              </a:lnSpc>
              <a:buNone/>
            </a:pPr>
            <a:r>
              <a:rPr lang="en-US" sz="4050" b="1" dirty="0">
                <a:solidFill>
                  <a:srgbClr val="333F70"/>
                </a:solidFill>
                <a:latin typeface="Unbounded Bold" pitchFamily="34" charset="0"/>
                <a:ea typeface="Unbounded Bold" pitchFamily="34" charset="-122"/>
                <a:cs typeface="Unbounded Bold" pitchFamily="34" charset="-120"/>
              </a:rPr>
              <a:t>Tech Stack: Android Studio, Java, Firebase, and XML</a:t>
            </a:r>
            <a:endParaRPr lang="en-US" sz="4050" dirty="0"/>
          </a:p>
        </p:txBody>
      </p:sp>
      <p:sp>
        <p:nvSpPr>
          <p:cNvPr id="3" name="Text 1"/>
          <p:cNvSpPr/>
          <p:nvPr/>
        </p:nvSpPr>
        <p:spPr>
          <a:xfrm>
            <a:off x="722828" y="2434352"/>
            <a:ext cx="13184743" cy="991553"/>
          </a:xfrm>
          <a:prstGeom prst="rect">
            <a:avLst/>
          </a:prstGeom>
          <a:noFill/>
          <a:ln/>
        </p:spPr>
        <p:txBody>
          <a:bodyPr wrap="square" lIns="0" tIns="0" rIns="0" bIns="0" rtlCol="0" anchor="t"/>
          <a:lstStyle/>
          <a:p>
            <a:pPr indent="0" marL="0">
              <a:lnSpc>
                <a:spcPts val="2600"/>
              </a:lnSpc>
              <a:buNone/>
            </a:pPr>
            <a:r>
              <a:rPr lang="en-US" sz="1600" dirty="0">
                <a:solidFill>
                  <a:srgbClr val="333F70"/>
                </a:solidFill>
                <a:latin typeface="Open Sans" pitchFamily="34" charset="0"/>
                <a:ea typeface="Open Sans" pitchFamily="34" charset="-122"/>
                <a:cs typeface="Open Sans" pitchFamily="34" charset="-120"/>
              </a:rPr>
              <a:t>Fun Games is built using a robust and reliable tech stack, ensuring optimal performance and scalability. We utilize Android Studio with Java for native Android development, Firebase for real-time data storage and user authentication, and XML for designing the user interface. This combination of technologies enables us to deliver a seamless and engaging gaming experience.</a:t>
            </a:r>
            <a:endParaRPr lang="en-US" sz="1600" dirty="0"/>
          </a:p>
        </p:txBody>
      </p:sp>
      <p:sp>
        <p:nvSpPr>
          <p:cNvPr id="4" name="Text 2"/>
          <p:cNvSpPr/>
          <p:nvPr/>
        </p:nvSpPr>
        <p:spPr>
          <a:xfrm>
            <a:off x="722828" y="3658195"/>
            <a:ext cx="13184743" cy="661035"/>
          </a:xfrm>
          <a:prstGeom prst="rect">
            <a:avLst/>
          </a:prstGeom>
          <a:noFill/>
          <a:ln/>
        </p:spPr>
        <p:txBody>
          <a:bodyPr wrap="square" lIns="0" tIns="0" rIns="0" bIns="0" rtlCol="0" anchor="t"/>
          <a:lstStyle/>
          <a:p>
            <a:pPr indent="0" marL="0">
              <a:lnSpc>
                <a:spcPts val="2600"/>
              </a:lnSpc>
              <a:buNone/>
            </a:pPr>
            <a:r>
              <a:rPr lang="en-US" sz="1600" dirty="0">
                <a:solidFill>
                  <a:srgbClr val="333F70"/>
                </a:solidFill>
                <a:latin typeface="Open Sans" pitchFamily="34" charset="0"/>
                <a:ea typeface="Open Sans" pitchFamily="34" charset="-122"/>
                <a:cs typeface="Open Sans" pitchFamily="34" charset="-120"/>
              </a:rPr>
              <a:t>Our tech stack not only ensures the stability and functionality of Fun Games but also allows us to continuously improve and expand the app with new features and content.</a:t>
            </a:r>
            <a:endParaRPr lang="en-US" sz="1600" dirty="0"/>
          </a:p>
        </p:txBody>
      </p:sp>
      <p:sp>
        <p:nvSpPr>
          <p:cNvPr id="5" name="Shape 3"/>
          <p:cNvSpPr/>
          <p:nvPr/>
        </p:nvSpPr>
        <p:spPr>
          <a:xfrm>
            <a:off x="722828" y="4551521"/>
            <a:ext cx="6489144" cy="1535787"/>
          </a:xfrm>
          <a:prstGeom prst="roundRect">
            <a:avLst>
              <a:gd name="adj" fmla="val 5649"/>
            </a:avLst>
          </a:prstGeom>
          <a:solidFill>
            <a:srgbClr val="D6F5EE"/>
          </a:solidFill>
          <a:ln w="7620">
            <a:solidFill>
              <a:srgbClr val="BCDBD4"/>
            </a:solidFill>
            <a:prstDash val="solid"/>
          </a:ln>
        </p:spPr>
      </p:sp>
      <p:sp>
        <p:nvSpPr>
          <p:cNvPr id="6" name="Text 4"/>
          <p:cNvSpPr/>
          <p:nvPr/>
        </p:nvSpPr>
        <p:spPr>
          <a:xfrm>
            <a:off x="936903" y="4765596"/>
            <a:ext cx="2581870" cy="322778"/>
          </a:xfrm>
          <a:prstGeom prst="rect">
            <a:avLst/>
          </a:prstGeom>
          <a:noFill/>
          <a:ln/>
        </p:spPr>
        <p:txBody>
          <a:bodyPr wrap="none" lIns="0" tIns="0" rIns="0" bIns="0" rtlCol="0" anchor="t"/>
          <a:lstStyle/>
          <a:p>
            <a:pPr indent="0" marL="0">
              <a:lnSpc>
                <a:spcPts val="2500"/>
              </a:lnSpc>
              <a:buNone/>
            </a:pPr>
            <a:r>
              <a:rPr lang="en-US" sz="2000" b="1" dirty="0">
                <a:solidFill>
                  <a:srgbClr val="333F70"/>
                </a:solidFill>
                <a:latin typeface="Unbounded Bold" pitchFamily="34" charset="0"/>
                <a:ea typeface="Unbounded Bold" pitchFamily="34" charset="-122"/>
                <a:cs typeface="Unbounded Bold" pitchFamily="34" charset="-120"/>
              </a:rPr>
              <a:t>Android Studio</a:t>
            </a:r>
            <a:endParaRPr lang="en-US" sz="2000" dirty="0"/>
          </a:p>
        </p:txBody>
      </p:sp>
      <p:sp>
        <p:nvSpPr>
          <p:cNvPr id="7" name="Text 5"/>
          <p:cNvSpPr/>
          <p:nvPr/>
        </p:nvSpPr>
        <p:spPr>
          <a:xfrm>
            <a:off x="936903" y="5212199"/>
            <a:ext cx="6060996" cy="330517"/>
          </a:xfrm>
          <a:prstGeom prst="rect">
            <a:avLst/>
          </a:prstGeom>
          <a:noFill/>
          <a:ln/>
        </p:spPr>
        <p:txBody>
          <a:bodyPr wrap="none" lIns="0" tIns="0" rIns="0" bIns="0" rtlCol="0" anchor="t"/>
          <a:lstStyle/>
          <a:p>
            <a:pPr indent="0" marL="0">
              <a:lnSpc>
                <a:spcPts val="2600"/>
              </a:lnSpc>
              <a:buNone/>
            </a:pPr>
            <a:r>
              <a:rPr lang="en-US" sz="1600" dirty="0">
                <a:solidFill>
                  <a:srgbClr val="333F70"/>
                </a:solidFill>
                <a:latin typeface="Open Sans" pitchFamily="34" charset="0"/>
                <a:ea typeface="Open Sans" pitchFamily="34" charset="-122"/>
                <a:cs typeface="Open Sans" pitchFamily="34" charset="-120"/>
              </a:rPr>
              <a:t>Integrated development environment for Android.</a:t>
            </a:r>
            <a:endParaRPr lang="en-US" sz="1600" dirty="0"/>
          </a:p>
        </p:txBody>
      </p:sp>
      <p:sp>
        <p:nvSpPr>
          <p:cNvPr id="8" name="Shape 6"/>
          <p:cNvSpPr/>
          <p:nvPr/>
        </p:nvSpPr>
        <p:spPr>
          <a:xfrm>
            <a:off x="7418427" y="4551521"/>
            <a:ext cx="6489144" cy="1535787"/>
          </a:xfrm>
          <a:prstGeom prst="roundRect">
            <a:avLst>
              <a:gd name="adj" fmla="val 5649"/>
            </a:avLst>
          </a:prstGeom>
          <a:solidFill>
            <a:srgbClr val="D6F5EE"/>
          </a:solidFill>
          <a:ln w="7620">
            <a:solidFill>
              <a:srgbClr val="BCDBD4"/>
            </a:solidFill>
            <a:prstDash val="solid"/>
          </a:ln>
        </p:spPr>
      </p:sp>
      <p:sp>
        <p:nvSpPr>
          <p:cNvPr id="9" name="Text 7"/>
          <p:cNvSpPr/>
          <p:nvPr/>
        </p:nvSpPr>
        <p:spPr>
          <a:xfrm>
            <a:off x="7632502" y="4765596"/>
            <a:ext cx="2581870" cy="322778"/>
          </a:xfrm>
          <a:prstGeom prst="rect">
            <a:avLst/>
          </a:prstGeom>
          <a:noFill/>
          <a:ln/>
        </p:spPr>
        <p:txBody>
          <a:bodyPr wrap="none" lIns="0" tIns="0" rIns="0" bIns="0" rtlCol="0" anchor="t"/>
          <a:lstStyle/>
          <a:p>
            <a:pPr indent="0" marL="0">
              <a:lnSpc>
                <a:spcPts val="2500"/>
              </a:lnSpc>
              <a:buNone/>
            </a:pPr>
            <a:r>
              <a:rPr lang="en-US" sz="2000" b="1" dirty="0">
                <a:solidFill>
                  <a:srgbClr val="333F70"/>
                </a:solidFill>
                <a:latin typeface="Unbounded Bold" pitchFamily="34" charset="0"/>
                <a:ea typeface="Unbounded Bold" pitchFamily="34" charset="-122"/>
                <a:cs typeface="Unbounded Bold" pitchFamily="34" charset="-120"/>
              </a:rPr>
              <a:t>Java</a:t>
            </a:r>
            <a:endParaRPr lang="en-US" sz="2000" dirty="0"/>
          </a:p>
        </p:txBody>
      </p:sp>
      <p:sp>
        <p:nvSpPr>
          <p:cNvPr id="10" name="Text 8"/>
          <p:cNvSpPr/>
          <p:nvPr/>
        </p:nvSpPr>
        <p:spPr>
          <a:xfrm>
            <a:off x="7632502" y="5212199"/>
            <a:ext cx="6060996" cy="661035"/>
          </a:xfrm>
          <a:prstGeom prst="rect">
            <a:avLst/>
          </a:prstGeom>
          <a:noFill/>
          <a:ln/>
        </p:spPr>
        <p:txBody>
          <a:bodyPr wrap="square" lIns="0" tIns="0" rIns="0" bIns="0" rtlCol="0" anchor="t"/>
          <a:lstStyle/>
          <a:p>
            <a:pPr indent="0" marL="0">
              <a:lnSpc>
                <a:spcPts val="2600"/>
              </a:lnSpc>
              <a:buNone/>
            </a:pPr>
            <a:r>
              <a:rPr lang="en-US" sz="1600" dirty="0">
                <a:solidFill>
                  <a:srgbClr val="333F70"/>
                </a:solidFill>
                <a:latin typeface="Open Sans" pitchFamily="34" charset="0"/>
                <a:ea typeface="Open Sans" pitchFamily="34" charset="-122"/>
                <a:cs typeface="Open Sans" pitchFamily="34" charset="-120"/>
              </a:rPr>
              <a:t>Programming language for building native Android applications.</a:t>
            </a:r>
            <a:endParaRPr lang="en-US" sz="1600" dirty="0"/>
          </a:p>
        </p:txBody>
      </p:sp>
      <p:sp>
        <p:nvSpPr>
          <p:cNvPr id="11" name="Shape 9"/>
          <p:cNvSpPr/>
          <p:nvPr/>
        </p:nvSpPr>
        <p:spPr>
          <a:xfrm>
            <a:off x="722828" y="6293763"/>
            <a:ext cx="6489144" cy="1205270"/>
          </a:xfrm>
          <a:prstGeom prst="roundRect">
            <a:avLst>
              <a:gd name="adj" fmla="val 7198"/>
            </a:avLst>
          </a:prstGeom>
          <a:solidFill>
            <a:srgbClr val="D6F5EE"/>
          </a:solidFill>
          <a:ln w="7620">
            <a:solidFill>
              <a:srgbClr val="BCDBD4"/>
            </a:solidFill>
            <a:prstDash val="solid"/>
          </a:ln>
        </p:spPr>
      </p:sp>
      <p:sp>
        <p:nvSpPr>
          <p:cNvPr id="12" name="Text 10"/>
          <p:cNvSpPr/>
          <p:nvPr/>
        </p:nvSpPr>
        <p:spPr>
          <a:xfrm>
            <a:off x="936903" y="6507837"/>
            <a:ext cx="2581870" cy="322778"/>
          </a:xfrm>
          <a:prstGeom prst="rect">
            <a:avLst/>
          </a:prstGeom>
          <a:noFill/>
          <a:ln/>
        </p:spPr>
        <p:txBody>
          <a:bodyPr wrap="none" lIns="0" tIns="0" rIns="0" bIns="0" rtlCol="0" anchor="t"/>
          <a:lstStyle/>
          <a:p>
            <a:pPr indent="0" marL="0">
              <a:lnSpc>
                <a:spcPts val="2500"/>
              </a:lnSpc>
              <a:buNone/>
            </a:pPr>
            <a:r>
              <a:rPr lang="en-US" sz="2000" b="1" dirty="0">
                <a:solidFill>
                  <a:srgbClr val="333F70"/>
                </a:solidFill>
                <a:latin typeface="Unbounded Bold" pitchFamily="34" charset="0"/>
                <a:ea typeface="Unbounded Bold" pitchFamily="34" charset="-122"/>
                <a:cs typeface="Unbounded Bold" pitchFamily="34" charset="-120"/>
              </a:rPr>
              <a:t>Firebase</a:t>
            </a:r>
            <a:endParaRPr lang="en-US" sz="2000" dirty="0"/>
          </a:p>
        </p:txBody>
      </p:sp>
      <p:sp>
        <p:nvSpPr>
          <p:cNvPr id="13" name="Text 11"/>
          <p:cNvSpPr/>
          <p:nvPr/>
        </p:nvSpPr>
        <p:spPr>
          <a:xfrm>
            <a:off x="936903" y="6954441"/>
            <a:ext cx="6060996" cy="330517"/>
          </a:xfrm>
          <a:prstGeom prst="rect">
            <a:avLst/>
          </a:prstGeom>
          <a:noFill/>
          <a:ln/>
        </p:spPr>
        <p:txBody>
          <a:bodyPr wrap="none" lIns="0" tIns="0" rIns="0" bIns="0" rtlCol="0" anchor="t"/>
          <a:lstStyle/>
          <a:p>
            <a:pPr indent="0" marL="0">
              <a:lnSpc>
                <a:spcPts val="2600"/>
              </a:lnSpc>
              <a:buNone/>
            </a:pPr>
            <a:r>
              <a:rPr lang="en-US" sz="1600" dirty="0">
                <a:solidFill>
                  <a:srgbClr val="333F70"/>
                </a:solidFill>
                <a:latin typeface="Open Sans" pitchFamily="34" charset="0"/>
                <a:ea typeface="Open Sans" pitchFamily="34" charset="-122"/>
                <a:cs typeface="Open Sans" pitchFamily="34" charset="-120"/>
              </a:rPr>
              <a:t>Real-time database and authentication platform.</a:t>
            </a:r>
            <a:endParaRPr lang="en-US" sz="1600" dirty="0"/>
          </a:p>
        </p:txBody>
      </p:sp>
      <p:sp>
        <p:nvSpPr>
          <p:cNvPr id="14" name="Shape 12"/>
          <p:cNvSpPr/>
          <p:nvPr/>
        </p:nvSpPr>
        <p:spPr>
          <a:xfrm>
            <a:off x="7418427" y="6293763"/>
            <a:ext cx="6489144" cy="1205270"/>
          </a:xfrm>
          <a:prstGeom prst="roundRect">
            <a:avLst>
              <a:gd name="adj" fmla="val 7198"/>
            </a:avLst>
          </a:prstGeom>
          <a:solidFill>
            <a:srgbClr val="D6F5EE"/>
          </a:solidFill>
          <a:ln w="7620">
            <a:solidFill>
              <a:srgbClr val="BCDBD4"/>
            </a:solidFill>
            <a:prstDash val="solid"/>
          </a:ln>
        </p:spPr>
      </p:sp>
      <p:sp>
        <p:nvSpPr>
          <p:cNvPr id="15" name="Text 13"/>
          <p:cNvSpPr/>
          <p:nvPr/>
        </p:nvSpPr>
        <p:spPr>
          <a:xfrm>
            <a:off x="7632502" y="6507837"/>
            <a:ext cx="2581870" cy="322778"/>
          </a:xfrm>
          <a:prstGeom prst="rect">
            <a:avLst/>
          </a:prstGeom>
          <a:noFill/>
          <a:ln/>
        </p:spPr>
        <p:txBody>
          <a:bodyPr wrap="none" lIns="0" tIns="0" rIns="0" bIns="0" rtlCol="0" anchor="t"/>
          <a:lstStyle/>
          <a:p>
            <a:pPr indent="0" marL="0">
              <a:lnSpc>
                <a:spcPts val="2500"/>
              </a:lnSpc>
              <a:buNone/>
            </a:pPr>
            <a:r>
              <a:rPr lang="en-US" sz="2000" b="1" dirty="0">
                <a:solidFill>
                  <a:srgbClr val="333F70"/>
                </a:solidFill>
                <a:latin typeface="Unbounded Bold" pitchFamily="34" charset="0"/>
                <a:ea typeface="Unbounded Bold" pitchFamily="34" charset="-122"/>
                <a:cs typeface="Unbounded Bold" pitchFamily="34" charset="-120"/>
              </a:rPr>
              <a:t>XML</a:t>
            </a:r>
            <a:endParaRPr lang="en-US" sz="2000" dirty="0"/>
          </a:p>
        </p:txBody>
      </p:sp>
      <p:sp>
        <p:nvSpPr>
          <p:cNvPr id="16" name="Text 14"/>
          <p:cNvSpPr/>
          <p:nvPr/>
        </p:nvSpPr>
        <p:spPr>
          <a:xfrm>
            <a:off x="7632502" y="6954441"/>
            <a:ext cx="6060996" cy="330517"/>
          </a:xfrm>
          <a:prstGeom prst="rect">
            <a:avLst/>
          </a:prstGeom>
          <a:noFill/>
          <a:ln/>
        </p:spPr>
        <p:txBody>
          <a:bodyPr wrap="none" lIns="0" tIns="0" rIns="0" bIns="0" rtlCol="0" anchor="t"/>
          <a:lstStyle/>
          <a:p>
            <a:pPr indent="0" marL="0">
              <a:lnSpc>
                <a:spcPts val="2600"/>
              </a:lnSpc>
              <a:buNone/>
            </a:pPr>
            <a:r>
              <a:rPr lang="en-US" sz="1600" dirty="0">
                <a:solidFill>
                  <a:srgbClr val="333F70"/>
                </a:solidFill>
                <a:latin typeface="Open Sans" pitchFamily="34" charset="0"/>
                <a:ea typeface="Open Sans" pitchFamily="34" charset="-122"/>
                <a:cs typeface="Open Sans" pitchFamily="34" charset="-120"/>
              </a:rPr>
              <a:t>Markup language for designing user interfaces.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223730"/>
          </a:xfrm>
          <a:prstGeom prst="rect">
            <a:avLst/>
          </a:prstGeom>
        </p:spPr>
      </p:pic>
      <p:sp>
        <p:nvSpPr>
          <p:cNvPr id="3" name="Text 0"/>
          <p:cNvSpPr/>
          <p:nvPr/>
        </p:nvSpPr>
        <p:spPr>
          <a:xfrm>
            <a:off x="622578" y="2855357"/>
            <a:ext cx="13385244" cy="1112044"/>
          </a:xfrm>
          <a:prstGeom prst="rect">
            <a:avLst/>
          </a:prstGeom>
          <a:noFill/>
          <a:ln/>
        </p:spPr>
        <p:txBody>
          <a:bodyPr wrap="square" lIns="0" tIns="0" rIns="0" bIns="0" rtlCol="0" anchor="t"/>
          <a:lstStyle/>
          <a:p>
            <a:pPr indent="0" marL="0">
              <a:lnSpc>
                <a:spcPts val="4350"/>
              </a:lnSpc>
              <a:buNone/>
            </a:pPr>
            <a:r>
              <a:rPr lang="en-US" sz="3500" b="1" dirty="0">
                <a:solidFill>
                  <a:srgbClr val="333F70"/>
                </a:solidFill>
                <a:latin typeface="Unbounded Bold" pitchFamily="34" charset="0"/>
                <a:ea typeface="Unbounded Bold" pitchFamily="34" charset="-122"/>
                <a:cs typeface="Unbounded Bold" pitchFamily="34" charset="-120"/>
              </a:rPr>
              <a:t>User Interface: Simple, Intuitive, and Smooth Navigation</a:t>
            </a:r>
            <a:endParaRPr lang="en-US" sz="3500" dirty="0"/>
          </a:p>
        </p:txBody>
      </p:sp>
      <p:sp>
        <p:nvSpPr>
          <p:cNvPr id="4" name="Text 1"/>
          <p:cNvSpPr/>
          <p:nvPr/>
        </p:nvSpPr>
        <p:spPr>
          <a:xfrm>
            <a:off x="622578" y="4234220"/>
            <a:ext cx="13385244" cy="853678"/>
          </a:xfrm>
          <a:prstGeom prst="rect">
            <a:avLst/>
          </a:prstGeom>
          <a:noFill/>
          <a:ln/>
        </p:spPr>
        <p:txBody>
          <a:bodyPr wrap="square" lIns="0" tIns="0" rIns="0" bIns="0" rtlCol="0" anchor="t"/>
          <a:lstStyle/>
          <a:p>
            <a:pPr indent="0" marL="0">
              <a:lnSpc>
                <a:spcPts val="2200"/>
              </a:lnSpc>
              <a:buNone/>
            </a:pPr>
            <a:r>
              <a:rPr lang="en-US" sz="1400" dirty="0">
                <a:solidFill>
                  <a:srgbClr val="333F70"/>
                </a:solidFill>
                <a:latin typeface="Open Sans" pitchFamily="34" charset="0"/>
                <a:ea typeface="Open Sans" pitchFamily="34" charset="-122"/>
                <a:cs typeface="Open Sans" pitchFamily="34" charset="-120"/>
              </a:rPr>
              <a:t>We believe that a great user interface is essential for a positive gaming experience. That's why we've designed Fun Games with simplicity, intuitiveness, and smooth navigation in mind. Our UI makes it easy to discover new games, track your scores, and customize your settings, ensuring that you can focus on what matters most: having fun.</a:t>
            </a:r>
            <a:endParaRPr lang="en-US" sz="1400" dirty="0"/>
          </a:p>
        </p:txBody>
      </p:sp>
      <p:sp>
        <p:nvSpPr>
          <p:cNvPr id="5" name="Text 2"/>
          <p:cNvSpPr/>
          <p:nvPr/>
        </p:nvSpPr>
        <p:spPr>
          <a:xfrm>
            <a:off x="622578" y="5287923"/>
            <a:ext cx="13385244" cy="284559"/>
          </a:xfrm>
          <a:prstGeom prst="rect">
            <a:avLst/>
          </a:prstGeom>
          <a:noFill/>
          <a:ln/>
        </p:spPr>
        <p:txBody>
          <a:bodyPr wrap="none" lIns="0" tIns="0" rIns="0" bIns="0" rtlCol="0" anchor="t"/>
          <a:lstStyle/>
          <a:p>
            <a:pPr indent="0" marL="0">
              <a:lnSpc>
                <a:spcPts val="2200"/>
              </a:lnSpc>
              <a:buNone/>
            </a:pPr>
            <a:r>
              <a:rPr lang="en-US" sz="1400" dirty="0">
                <a:solidFill>
                  <a:srgbClr val="333F70"/>
                </a:solidFill>
                <a:latin typeface="Open Sans" pitchFamily="34" charset="0"/>
                <a:ea typeface="Open Sans" pitchFamily="34" charset="-122"/>
                <a:cs typeface="Open Sans" pitchFamily="34" charset="-120"/>
              </a:rPr>
              <a:t>Simplicity is key, and our dedication to intuitive design means that every interaction is seamless and enjoyable. Prepare for a fun and entertaining experience.</a:t>
            </a:r>
            <a:endParaRPr lang="en-US" sz="1400" dirty="0"/>
          </a:p>
        </p:txBody>
      </p:sp>
      <p:pic>
        <p:nvPicPr>
          <p:cNvPr id="6" name="Image 1" descr="preencoded.png">    </p:cNvPr>
          <p:cNvPicPr>
            <a:picLocks noChangeAspect="1"/>
          </p:cNvPicPr>
          <p:nvPr/>
        </p:nvPicPr>
        <p:blipFill>
          <a:blip r:embed="rId2"/>
          <a:stretch>
            <a:fillRect/>
          </a:stretch>
        </p:blipFill>
        <p:spPr>
          <a:xfrm>
            <a:off x="622578" y="5772507"/>
            <a:ext cx="4461748" cy="711518"/>
          </a:xfrm>
          <a:prstGeom prst="rect">
            <a:avLst/>
          </a:prstGeom>
        </p:spPr>
      </p:pic>
      <p:sp>
        <p:nvSpPr>
          <p:cNvPr id="7" name="Text 3"/>
          <p:cNvSpPr/>
          <p:nvPr/>
        </p:nvSpPr>
        <p:spPr>
          <a:xfrm>
            <a:off x="800457" y="6750844"/>
            <a:ext cx="2223730" cy="278011"/>
          </a:xfrm>
          <a:prstGeom prst="rect">
            <a:avLst/>
          </a:prstGeom>
          <a:noFill/>
          <a:ln/>
        </p:spPr>
        <p:txBody>
          <a:bodyPr wrap="none" lIns="0" tIns="0" rIns="0" bIns="0" rtlCol="0" anchor="t"/>
          <a:lstStyle/>
          <a:p>
            <a:pPr algn="l" indent="0" marL="0">
              <a:lnSpc>
                <a:spcPts val="2150"/>
              </a:lnSpc>
              <a:buNone/>
            </a:pPr>
            <a:r>
              <a:rPr lang="en-US" sz="1750" b="1" dirty="0">
                <a:solidFill>
                  <a:srgbClr val="333F70"/>
                </a:solidFill>
                <a:latin typeface="Unbounded Bold" pitchFamily="34" charset="0"/>
                <a:ea typeface="Unbounded Bold" pitchFamily="34" charset="-122"/>
                <a:cs typeface="Unbounded Bold" pitchFamily="34" charset="-120"/>
              </a:rPr>
              <a:t>Simple</a:t>
            </a:r>
            <a:endParaRPr lang="en-US" sz="1750" dirty="0"/>
          </a:p>
        </p:txBody>
      </p:sp>
      <p:sp>
        <p:nvSpPr>
          <p:cNvPr id="8" name="Text 4"/>
          <p:cNvSpPr/>
          <p:nvPr/>
        </p:nvSpPr>
        <p:spPr>
          <a:xfrm>
            <a:off x="800457" y="7135535"/>
            <a:ext cx="4105989" cy="284559"/>
          </a:xfrm>
          <a:prstGeom prst="rect">
            <a:avLst/>
          </a:prstGeom>
          <a:noFill/>
          <a:ln/>
        </p:spPr>
        <p:txBody>
          <a:bodyPr wrap="none" lIns="0" tIns="0" rIns="0" bIns="0" rtlCol="0" anchor="t"/>
          <a:lstStyle/>
          <a:p>
            <a:pPr algn="l" indent="0" marL="0">
              <a:lnSpc>
                <a:spcPts val="2200"/>
              </a:lnSpc>
              <a:buNone/>
            </a:pPr>
            <a:r>
              <a:rPr lang="en-US" sz="1400" dirty="0">
                <a:solidFill>
                  <a:srgbClr val="333F70"/>
                </a:solidFill>
                <a:latin typeface="Open Sans" pitchFamily="34" charset="0"/>
                <a:ea typeface="Open Sans" pitchFamily="34" charset="-122"/>
                <a:cs typeface="Open Sans" pitchFamily="34" charset="-120"/>
              </a:rPr>
              <a:t>Easy-to-understand design.</a:t>
            </a:r>
            <a:endParaRPr lang="en-US" sz="1400" dirty="0"/>
          </a:p>
        </p:txBody>
      </p:sp>
      <p:pic>
        <p:nvPicPr>
          <p:cNvPr id="9" name="Image 2" descr="preencoded.png">    </p:cNvPr>
          <p:cNvPicPr>
            <a:picLocks noChangeAspect="1"/>
          </p:cNvPicPr>
          <p:nvPr/>
        </p:nvPicPr>
        <p:blipFill>
          <a:blip r:embed="rId3"/>
          <a:stretch>
            <a:fillRect/>
          </a:stretch>
        </p:blipFill>
        <p:spPr>
          <a:xfrm>
            <a:off x="5084326" y="5772507"/>
            <a:ext cx="4461748" cy="711518"/>
          </a:xfrm>
          <a:prstGeom prst="rect">
            <a:avLst/>
          </a:prstGeom>
        </p:spPr>
      </p:pic>
      <p:sp>
        <p:nvSpPr>
          <p:cNvPr id="10" name="Text 5"/>
          <p:cNvSpPr/>
          <p:nvPr/>
        </p:nvSpPr>
        <p:spPr>
          <a:xfrm>
            <a:off x="5262205" y="6750844"/>
            <a:ext cx="2223730" cy="278011"/>
          </a:xfrm>
          <a:prstGeom prst="rect">
            <a:avLst/>
          </a:prstGeom>
          <a:noFill/>
          <a:ln/>
        </p:spPr>
        <p:txBody>
          <a:bodyPr wrap="none" lIns="0" tIns="0" rIns="0" bIns="0" rtlCol="0" anchor="t"/>
          <a:lstStyle/>
          <a:p>
            <a:pPr algn="l" indent="0" marL="0">
              <a:lnSpc>
                <a:spcPts val="2150"/>
              </a:lnSpc>
              <a:buNone/>
            </a:pPr>
            <a:r>
              <a:rPr lang="en-US" sz="1750" b="1" dirty="0">
                <a:solidFill>
                  <a:srgbClr val="333F70"/>
                </a:solidFill>
                <a:latin typeface="Unbounded Bold" pitchFamily="34" charset="0"/>
                <a:ea typeface="Unbounded Bold" pitchFamily="34" charset="-122"/>
                <a:cs typeface="Unbounded Bold" pitchFamily="34" charset="-120"/>
              </a:rPr>
              <a:t>Intuitive</a:t>
            </a:r>
            <a:endParaRPr lang="en-US" sz="1750" dirty="0"/>
          </a:p>
        </p:txBody>
      </p:sp>
      <p:sp>
        <p:nvSpPr>
          <p:cNvPr id="11" name="Text 6"/>
          <p:cNvSpPr/>
          <p:nvPr/>
        </p:nvSpPr>
        <p:spPr>
          <a:xfrm>
            <a:off x="5262205" y="7135535"/>
            <a:ext cx="4105989" cy="284559"/>
          </a:xfrm>
          <a:prstGeom prst="rect">
            <a:avLst/>
          </a:prstGeom>
          <a:noFill/>
          <a:ln/>
        </p:spPr>
        <p:txBody>
          <a:bodyPr wrap="none" lIns="0" tIns="0" rIns="0" bIns="0" rtlCol="0" anchor="t"/>
          <a:lstStyle/>
          <a:p>
            <a:pPr algn="l" indent="0" marL="0">
              <a:lnSpc>
                <a:spcPts val="2200"/>
              </a:lnSpc>
              <a:buNone/>
            </a:pPr>
            <a:r>
              <a:rPr lang="en-US" sz="1400" dirty="0">
                <a:solidFill>
                  <a:srgbClr val="333F70"/>
                </a:solidFill>
                <a:latin typeface="Open Sans" pitchFamily="34" charset="0"/>
                <a:ea typeface="Open Sans" pitchFamily="34" charset="-122"/>
                <a:cs typeface="Open Sans" pitchFamily="34" charset="-120"/>
              </a:rPr>
              <a:t>Seamless user experience.</a:t>
            </a:r>
            <a:endParaRPr lang="en-US" sz="1400" dirty="0"/>
          </a:p>
        </p:txBody>
      </p:sp>
      <p:pic>
        <p:nvPicPr>
          <p:cNvPr id="12" name="Image 3" descr="preencoded.png">    </p:cNvPr>
          <p:cNvPicPr>
            <a:picLocks noChangeAspect="1"/>
          </p:cNvPicPr>
          <p:nvPr/>
        </p:nvPicPr>
        <p:blipFill>
          <a:blip r:embed="rId4"/>
          <a:stretch>
            <a:fillRect/>
          </a:stretch>
        </p:blipFill>
        <p:spPr>
          <a:xfrm>
            <a:off x="9546074" y="5772507"/>
            <a:ext cx="4461748" cy="711518"/>
          </a:xfrm>
          <a:prstGeom prst="rect">
            <a:avLst/>
          </a:prstGeom>
        </p:spPr>
      </p:pic>
      <p:sp>
        <p:nvSpPr>
          <p:cNvPr id="13" name="Text 7"/>
          <p:cNvSpPr/>
          <p:nvPr/>
        </p:nvSpPr>
        <p:spPr>
          <a:xfrm>
            <a:off x="9723953" y="6750844"/>
            <a:ext cx="2223730" cy="278011"/>
          </a:xfrm>
          <a:prstGeom prst="rect">
            <a:avLst/>
          </a:prstGeom>
          <a:noFill/>
          <a:ln/>
        </p:spPr>
        <p:txBody>
          <a:bodyPr wrap="none" lIns="0" tIns="0" rIns="0" bIns="0" rtlCol="0" anchor="t"/>
          <a:lstStyle/>
          <a:p>
            <a:pPr algn="l" indent="0" marL="0">
              <a:lnSpc>
                <a:spcPts val="2150"/>
              </a:lnSpc>
              <a:buNone/>
            </a:pPr>
            <a:r>
              <a:rPr lang="en-US" sz="1750" b="1" dirty="0">
                <a:solidFill>
                  <a:srgbClr val="333F70"/>
                </a:solidFill>
                <a:latin typeface="Unbounded Bold" pitchFamily="34" charset="0"/>
                <a:ea typeface="Unbounded Bold" pitchFamily="34" charset="-122"/>
                <a:cs typeface="Unbounded Bold" pitchFamily="34" charset="-120"/>
              </a:rPr>
              <a:t>Smooth</a:t>
            </a:r>
            <a:endParaRPr lang="en-US" sz="1750" dirty="0"/>
          </a:p>
        </p:txBody>
      </p:sp>
      <p:sp>
        <p:nvSpPr>
          <p:cNvPr id="14" name="Text 8"/>
          <p:cNvSpPr/>
          <p:nvPr/>
        </p:nvSpPr>
        <p:spPr>
          <a:xfrm>
            <a:off x="9723953" y="7135535"/>
            <a:ext cx="4105989" cy="284559"/>
          </a:xfrm>
          <a:prstGeom prst="rect">
            <a:avLst/>
          </a:prstGeom>
          <a:noFill/>
          <a:ln/>
        </p:spPr>
        <p:txBody>
          <a:bodyPr wrap="none" lIns="0" tIns="0" rIns="0" bIns="0" rtlCol="0" anchor="t"/>
          <a:lstStyle/>
          <a:p>
            <a:pPr algn="l" indent="0" marL="0">
              <a:lnSpc>
                <a:spcPts val="2200"/>
              </a:lnSpc>
              <a:buNone/>
            </a:pPr>
            <a:r>
              <a:rPr lang="en-US" sz="1400" dirty="0">
                <a:solidFill>
                  <a:srgbClr val="333F70"/>
                </a:solidFill>
                <a:latin typeface="Open Sans" pitchFamily="34" charset="0"/>
                <a:ea typeface="Open Sans" pitchFamily="34" charset="-122"/>
                <a:cs typeface="Open Sans" pitchFamily="34" charset="-120"/>
              </a:rPr>
              <a:t>Effortless navigation.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23543" y="568404"/>
            <a:ext cx="13183314" cy="1292066"/>
          </a:xfrm>
          <a:prstGeom prst="rect">
            <a:avLst/>
          </a:prstGeom>
          <a:noFill/>
          <a:ln/>
        </p:spPr>
        <p:txBody>
          <a:bodyPr wrap="square" lIns="0" tIns="0" rIns="0" bIns="0" rtlCol="0" anchor="t"/>
          <a:lstStyle/>
          <a:p>
            <a:pPr indent="0" marL="0">
              <a:lnSpc>
                <a:spcPts val="5050"/>
              </a:lnSpc>
              <a:buNone/>
            </a:pPr>
            <a:r>
              <a:rPr lang="en-US" sz="4050" b="1" dirty="0">
                <a:solidFill>
                  <a:srgbClr val="333F70"/>
                </a:solidFill>
                <a:latin typeface="Unbounded Bold" pitchFamily="34" charset="0"/>
                <a:ea typeface="Unbounded Bold" pitchFamily="34" charset="-122"/>
                <a:cs typeface="Unbounded Bold" pitchFamily="34" charset="-120"/>
              </a:rPr>
              <a:t>Firebase Integration: Leaderboards and Score Tracking</a:t>
            </a:r>
            <a:endParaRPr lang="en-US" sz="4050" dirty="0"/>
          </a:p>
        </p:txBody>
      </p:sp>
      <p:sp>
        <p:nvSpPr>
          <p:cNvPr id="3" name="Text 1"/>
          <p:cNvSpPr/>
          <p:nvPr/>
        </p:nvSpPr>
        <p:spPr>
          <a:xfrm>
            <a:off x="723543" y="2273856"/>
            <a:ext cx="13183314" cy="991910"/>
          </a:xfrm>
          <a:prstGeom prst="rect">
            <a:avLst/>
          </a:prstGeom>
          <a:noFill/>
          <a:ln/>
        </p:spPr>
        <p:txBody>
          <a:bodyPr wrap="square" lIns="0" tIns="0" rIns="0" bIns="0" rtlCol="0" anchor="t"/>
          <a:lstStyle/>
          <a:p>
            <a:pPr indent="0" marL="0">
              <a:lnSpc>
                <a:spcPts val="2600"/>
              </a:lnSpc>
              <a:buNone/>
            </a:pPr>
            <a:r>
              <a:rPr lang="en-US" sz="1600" dirty="0">
                <a:solidFill>
                  <a:srgbClr val="333F70"/>
                </a:solidFill>
                <a:latin typeface="Open Sans" pitchFamily="34" charset="0"/>
                <a:ea typeface="Open Sans" pitchFamily="34" charset="-122"/>
                <a:cs typeface="Open Sans" pitchFamily="34" charset="-120"/>
              </a:rPr>
              <a:t>To add a competitive edge to Fun Games, we've integrated Firebase for real-time leaderboards and score tracking. Compete with friends and players around the world to see who can achieve the highest scores and climb to the top of the leaderboard. Our Firebase integration ensures accurate and reliable score tracking, making every game even more exciting.</a:t>
            </a:r>
            <a:endParaRPr lang="en-US" sz="1600" dirty="0"/>
          </a:p>
        </p:txBody>
      </p:sp>
      <p:sp>
        <p:nvSpPr>
          <p:cNvPr id="4" name="Text 2"/>
          <p:cNvSpPr/>
          <p:nvPr/>
        </p:nvSpPr>
        <p:spPr>
          <a:xfrm>
            <a:off x="2215158" y="5439489"/>
            <a:ext cx="2584013" cy="322898"/>
          </a:xfrm>
          <a:prstGeom prst="rect">
            <a:avLst/>
          </a:prstGeom>
          <a:noFill/>
          <a:ln/>
        </p:spPr>
        <p:txBody>
          <a:bodyPr wrap="none" lIns="0" tIns="0" rIns="0" bIns="0" rtlCol="0" anchor="t"/>
          <a:lstStyle/>
          <a:p>
            <a:pPr algn="r" indent="0" marL="0">
              <a:lnSpc>
                <a:spcPts val="2500"/>
              </a:lnSpc>
              <a:buNone/>
            </a:pPr>
            <a:r>
              <a:rPr lang="en-US" sz="2000" b="1" dirty="0">
                <a:solidFill>
                  <a:srgbClr val="333F70"/>
                </a:solidFill>
                <a:latin typeface="Unbounded Bold" pitchFamily="34" charset="0"/>
                <a:ea typeface="Unbounded Bold" pitchFamily="34" charset="-122"/>
                <a:cs typeface="Unbounded Bold" pitchFamily="34" charset="-120"/>
              </a:rPr>
              <a:t>Real-Time</a:t>
            </a:r>
            <a:endParaRPr lang="en-US" sz="2000" dirty="0"/>
          </a:p>
        </p:txBody>
      </p:sp>
      <p:pic>
        <p:nvPicPr>
          <p:cNvPr id="5" name="Image 0" descr="preencoded.png">    </p:cNvPr>
          <p:cNvPicPr>
            <a:picLocks noChangeAspect="1"/>
          </p:cNvPicPr>
          <p:nvPr/>
        </p:nvPicPr>
        <p:blipFill>
          <a:blip r:embed="rId1"/>
          <a:stretch>
            <a:fillRect/>
          </a:stretch>
        </p:blipFill>
        <p:spPr>
          <a:xfrm>
            <a:off x="5212556" y="3498294"/>
            <a:ext cx="4205288" cy="4205288"/>
          </a:xfrm>
          <a:prstGeom prst="rect">
            <a:avLst/>
          </a:prstGeom>
        </p:spPr>
      </p:pic>
      <p:sp>
        <p:nvSpPr>
          <p:cNvPr id="6" name="Text 3"/>
          <p:cNvSpPr/>
          <p:nvPr/>
        </p:nvSpPr>
        <p:spPr>
          <a:xfrm>
            <a:off x="5797987" y="5141119"/>
            <a:ext cx="134422" cy="413385"/>
          </a:xfrm>
          <a:prstGeom prst="rect">
            <a:avLst/>
          </a:prstGeom>
          <a:noFill/>
          <a:ln/>
        </p:spPr>
        <p:txBody>
          <a:bodyPr wrap="none" lIns="0" tIns="0" rIns="0" bIns="0" rtlCol="0" anchor="t"/>
          <a:lstStyle/>
          <a:p>
            <a:pPr indent="0" marL="0">
              <a:lnSpc>
                <a:spcPts val="3250"/>
              </a:lnSpc>
              <a:buNone/>
            </a:pPr>
            <a:r>
              <a:rPr lang="en-US" sz="2000" b="1" dirty="0">
                <a:solidFill>
                  <a:srgbClr val="333F70"/>
                </a:solidFill>
                <a:latin typeface="Unbounded Bold" pitchFamily="34" charset="0"/>
                <a:ea typeface="Unbounded Bold" pitchFamily="34" charset="-122"/>
                <a:cs typeface="Unbounded Bold" pitchFamily="34" charset="-120"/>
              </a:rPr>
              <a:t>1</a:t>
            </a:r>
            <a:endParaRPr lang="en-US" sz="2000" dirty="0"/>
          </a:p>
        </p:txBody>
      </p:sp>
      <p:sp>
        <p:nvSpPr>
          <p:cNvPr id="7" name="Text 4"/>
          <p:cNvSpPr/>
          <p:nvPr/>
        </p:nvSpPr>
        <p:spPr>
          <a:xfrm>
            <a:off x="9727883" y="4310658"/>
            <a:ext cx="2584013" cy="322898"/>
          </a:xfrm>
          <a:prstGeom prst="rect">
            <a:avLst/>
          </a:prstGeom>
          <a:noFill/>
          <a:ln/>
        </p:spPr>
        <p:txBody>
          <a:bodyPr wrap="none" lIns="0" tIns="0" rIns="0" bIns="0" rtlCol="0" anchor="t"/>
          <a:lstStyle/>
          <a:p>
            <a:pPr algn="l" indent="0" marL="0">
              <a:lnSpc>
                <a:spcPts val="2500"/>
              </a:lnSpc>
              <a:buNone/>
            </a:pPr>
            <a:r>
              <a:rPr lang="en-US" sz="2000" b="1" dirty="0">
                <a:solidFill>
                  <a:srgbClr val="333F70"/>
                </a:solidFill>
                <a:latin typeface="Unbounded Bold" pitchFamily="34" charset="0"/>
                <a:ea typeface="Unbounded Bold" pitchFamily="34" charset="-122"/>
                <a:cs typeface="Unbounded Bold" pitchFamily="34" charset="-120"/>
              </a:rPr>
              <a:t>Leaderboards</a:t>
            </a:r>
            <a:endParaRPr lang="en-US" sz="2000" dirty="0"/>
          </a:p>
        </p:txBody>
      </p:sp>
      <p:pic>
        <p:nvPicPr>
          <p:cNvPr id="8" name="Image 1" descr="preencoded.png">    </p:cNvPr>
          <p:cNvPicPr>
            <a:picLocks noChangeAspect="1"/>
          </p:cNvPicPr>
          <p:nvPr/>
        </p:nvPicPr>
        <p:blipFill>
          <a:blip r:embed="rId2"/>
          <a:stretch>
            <a:fillRect/>
          </a:stretch>
        </p:blipFill>
        <p:spPr>
          <a:xfrm>
            <a:off x="5212556" y="3498294"/>
            <a:ext cx="4205288" cy="4205288"/>
          </a:xfrm>
          <a:prstGeom prst="rect">
            <a:avLst/>
          </a:prstGeom>
        </p:spPr>
      </p:pic>
      <p:sp>
        <p:nvSpPr>
          <p:cNvPr id="9" name="Text 5"/>
          <p:cNvSpPr/>
          <p:nvPr/>
        </p:nvSpPr>
        <p:spPr>
          <a:xfrm>
            <a:off x="8151376" y="4265057"/>
            <a:ext cx="215741" cy="413385"/>
          </a:xfrm>
          <a:prstGeom prst="rect">
            <a:avLst/>
          </a:prstGeom>
          <a:noFill/>
          <a:ln/>
        </p:spPr>
        <p:txBody>
          <a:bodyPr wrap="none" lIns="0" tIns="0" rIns="0" bIns="0" rtlCol="0" anchor="t"/>
          <a:lstStyle/>
          <a:p>
            <a:pPr indent="0" marL="0">
              <a:lnSpc>
                <a:spcPts val="3250"/>
              </a:lnSpc>
              <a:buNone/>
            </a:pPr>
            <a:r>
              <a:rPr lang="en-US" sz="2000" b="1" dirty="0">
                <a:solidFill>
                  <a:srgbClr val="333F70"/>
                </a:solidFill>
                <a:latin typeface="Unbounded Bold" pitchFamily="34" charset="0"/>
                <a:ea typeface="Unbounded Bold" pitchFamily="34" charset="-122"/>
                <a:cs typeface="Unbounded Bold" pitchFamily="34" charset="-120"/>
              </a:rPr>
              <a:t>2</a:t>
            </a:r>
            <a:endParaRPr lang="en-US" sz="2000" dirty="0"/>
          </a:p>
        </p:txBody>
      </p:sp>
      <p:sp>
        <p:nvSpPr>
          <p:cNvPr id="10" name="Text 6"/>
          <p:cNvSpPr/>
          <p:nvPr/>
        </p:nvSpPr>
        <p:spPr>
          <a:xfrm>
            <a:off x="9727883" y="6568321"/>
            <a:ext cx="2584013" cy="322898"/>
          </a:xfrm>
          <a:prstGeom prst="rect">
            <a:avLst/>
          </a:prstGeom>
          <a:noFill/>
          <a:ln/>
        </p:spPr>
        <p:txBody>
          <a:bodyPr wrap="none" lIns="0" tIns="0" rIns="0" bIns="0" rtlCol="0" anchor="t"/>
          <a:lstStyle/>
          <a:p>
            <a:pPr algn="l" indent="0" marL="0">
              <a:lnSpc>
                <a:spcPts val="2500"/>
              </a:lnSpc>
              <a:buNone/>
            </a:pPr>
            <a:r>
              <a:rPr lang="en-US" sz="2000" b="1" dirty="0">
                <a:solidFill>
                  <a:srgbClr val="333F70"/>
                </a:solidFill>
                <a:latin typeface="Unbounded Bold" pitchFamily="34" charset="0"/>
                <a:ea typeface="Unbounded Bold" pitchFamily="34" charset="-122"/>
                <a:cs typeface="Unbounded Bold" pitchFamily="34" charset="-120"/>
              </a:rPr>
              <a:t>Score Tracking</a:t>
            </a:r>
            <a:endParaRPr lang="en-US" sz="2000" dirty="0"/>
          </a:p>
        </p:txBody>
      </p:sp>
      <p:pic>
        <p:nvPicPr>
          <p:cNvPr id="11" name="Image 2" descr="preencoded.png">    </p:cNvPr>
          <p:cNvPicPr>
            <a:picLocks noChangeAspect="1"/>
          </p:cNvPicPr>
          <p:nvPr/>
        </p:nvPicPr>
        <p:blipFill>
          <a:blip r:embed="rId3"/>
          <a:stretch>
            <a:fillRect/>
          </a:stretch>
        </p:blipFill>
        <p:spPr>
          <a:xfrm>
            <a:off x="5212556" y="3498294"/>
            <a:ext cx="4205288" cy="4205288"/>
          </a:xfrm>
          <a:prstGeom prst="rect">
            <a:avLst/>
          </a:prstGeom>
        </p:spPr>
      </p:pic>
      <p:sp>
        <p:nvSpPr>
          <p:cNvPr id="12" name="Text 7"/>
          <p:cNvSpPr/>
          <p:nvPr/>
        </p:nvSpPr>
        <p:spPr>
          <a:xfrm>
            <a:off x="7712512" y="6776442"/>
            <a:ext cx="216813" cy="413385"/>
          </a:xfrm>
          <a:prstGeom prst="rect">
            <a:avLst/>
          </a:prstGeom>
          <a:noFill/>
          <a:ln/>
        </p:spPr>
        <p:txBody>
          <a:bodyPr wrap="none" lIns="0" tIns="0" rIns="0" bIns="0" rtlCol="0" anchor="t"/>
          <a:lstStyle/>
          <a:p>
            <a:pPr indent="0" marL="0">
              <a:lnSpc>
                <a:spcPts val="3250"/>
              </a:lnSpc>
              <a:buNone/>
            </a:pPr>
            <a:r>
              <a:rPr lang="en-US" sz="2000" b="1" dirty="0">
                <a:solidFill>
                  <a:srgbClr val="333F70"/>
                </a:solidFill>
                <a:latin typeface="Unbounded Bold" pitchFamily="34" charset="0"/>
                <a:ea typeface="Unbounded Bold" pitchFamily="34" charset="-122"/>
                <a:cs typeface="Unbounded Bold" pitchFamily="34" charset="-120"/>
              </a:rPr>
              <a:t>3</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329333"/>
            <a:ext cx="13042821" cy="1417558"/>
          </a:xfrm>
          <a:prstGeom prst="rect">
            <a:avLst/>
          </a:prstGeom>
          <a:noFill/>
          <a:ln/>
        </p:spPr>
        <p:txBody>
          <a:bodyPr wrap="square" lIns="0" tIns="0" rIns="0" bIns="0" rtlCol="0" anchor="t"/>
          <a:lstStyle/>
          <a:p>
            <a:pPr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Compatibility: Optimized for All Android Devices</a:t>
            </a:r>
            <a:endParaRPr lang="en-US" sz="4450" dirty="0"/>
          </a:p>
        </p:txBody>
      </p:sp>
      <p:sp>
        <p:nvSpPr>
          <p:cNvPr id="3" name="Text 1"/>
          <p:cNvSpPr/>
          <p:nvPr/>
        </p:nvSpPr>
        <p:spPr>
          <a:xfrm>
            <a:off x="793790" y="3200519"/>
            <a:ext cx="13042821" cy="1088708"/>
          </a:xfrm>
          <a:prstGeom prst="rect">
            <a:avLst/>
          </a:prstGeom>
          <a:noFill/>
          <a:ln/>
        </p:spPr>
        <p:txBody>
          <a:bodyPr wrap="square" lIns="0" tIns="0" rIns="0" bIns="0" rtlCol="0" anchor="t"/>
          <a:lstStyle/>
          <a:p>
            <a:pPr indent="0" marL="0">
              <a:lnSpc>
                <a:spcPts val="2850"/>
              </a:lnSpc>
              <a:buNone/>
            </a:pPr>
            <a:r>
              <a:rPr lang="en-US" sz="1750" dirty="0">
                <a:solidFill>
                  <a:srgbClr val="333F70"/>
                </a:solidFill>
                <a:latin typeface="Open Sans" pitchFamily="34" charset="0"/>
                <a:ea typeface="Open Sans" pitchFamily="34" charset="-122"/>
                <a:cs typeface="Open Sans" pitchFamily="34" charset="-120"/>
              </a:rPr>
              <a:t>Fun Games is designed to be compatible with a wide range of Android devices, ensuring that everyone can enjoy our app regardless of their device specifications. Our team has worked tirelessly to optimize performance across different screen sizes and hardware configurations, so you can expect a smooth and responsive gaming experience on any Android device.</a:t>
            </a:r>
            <a:endParaRPr lang="en-US" sz="1750" dirty="0"/>
          </a:p>
        </p:txBody>
      </p:sp>
      <p:sp>
        <p:nvSpPr>
          <p:cNvPr id="4" name="Text 2"/>
          <p:cNvSpPr/>
          <p:nvPr/>
        </p:nvSpPr>
        <p:spPr>
          <a:xfrm>
            <a:off x="793790" y="4544378"/>
            <a:ext cx="13042821" cy="725805"/>
          </a:xfrm>
          <a:prstGeom prst="rect">
            <a:avLst/>
          </a:prstGeom>
          <a:noFill/>
          <a:ln/>
        </p:spPr>
        <p:txBody>
          <a:bodyPr wrap="square" lIns="0" tIns="0" rIns="0" bIns="0" rtlCol="0" anchor="t"/>
          <a:lstStyle/>
          <a:p>
            <a:pPr indent="0" marL="0">
              <a:lnSpc>
                <a:spcPts val="2850"/>
              </a:lnSpc>
              <a:buNone/>
            </a:pPr>
            <a:r>
              <a:rPr lang="en-US" sz="1750" dirty="0">
                <a:solidFill>
                  <a:srgbClr val="333F70"/>
                </a:solidFill>
                <a:latin typeface="Open Sans" pitchFamily="34" charset="0"/>
                <a:ea typeface="Open Sans" pitchFamily="34" charset="-122"/>
                <a:cs typeface="Open Sans" pitchFamily="34" charset="-120"/>
              </a:rPr>
              <a:t>Regardless of if you have the newest Android device on the market or an older device, our team is dedicated to providing you with a quality gaming experience.</a:t>
            </a:r>
            <a:endParaRPr lang="en-US" sz="1750" dirty="0"/>
          </a:p>
        </p:txBody>
      </p:sp>
      <p:sp>
        <p:nvSpPr>
          <p:cNvPr id="5" name="Text 3"/>
          <p:cNvSpPr/>
          <p:nvPr/>
        </p:nvSpPr>
        <p:spPr>
          <a:xfrm>
            <a:off x="793790" y="5752147"/>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Wide Range</a:t>
            </a:r>
            <a:endParaRPr lang="en-US" sz="2200" dirty="0"/>
          </a:p>
        </p:txBody>
      </p:sp>
      <p:sp>
        <p:nvSpPr>
          <p:cNvPr id="6" name="Text 4"/>
          <p:cNvSpPr/>
          <p:nvPr/>
        </p:nvSpPr>
        <p:spPr>
          <a:xfrm>
            <a:off x="793790" y="6333292"/>
            <a:ext cx="6244709" cy="362903"/>
          </a:xfrm>
          <a:prstGeom prst="rect">
            <a:avLst/>
          </a:prstGeom>
          <a:noFill/>
          <a:ln/>
        </p:spPr>
        <p:txBody>
          <a:bodyPr wrap="none" lIns="0" tIns="0" rIns="0" bIns="0" rtlCol="0" anchor="t"/>
          <a:lstStyle/>
          <a:p>
            <a:pPr indent="0" marL="0">
              <a:lnSpc>
                <a:spcPts val="2850"/>
              </a:lnSpc>
              <a:buNone/>
            </a:pPr>
            <a:r>
              <a:rPr lang="en-US" sz="1750" dirty="0">
                <a:solidFill>
                  <a:srgbClr val="333F70"/>
                </a:solidFill>
                <a:latin typeface="Open Sans" pitchFamily="34" charset="0"/>
                <a:ea typeface="Open Sans" pitchFamily="34" charset="-122"/>
                <a:cs typeface="Open Sans" pitchFamily="34" charset="-120"/>
              </a:rPr>
              <a:t>Compatible with most devices.</a:t>
            </a:r>
            <a:endParaRPr lang="en-US" sz="1750" dirty="0"/>
          </a:p>
        </p:txBody>
      </p:sp>
      <p:sp>
        <p:nvSpPr>
          <p:cNvPr id="7" name="Text 5"/>
          <p:cNvSpPr/>
          <p:nvPr/>
        </p:nvSpPr>
        <p:spPr>
          <a:xfrm>
            <a:off x="7599521" y="5752147"/>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Optimized</a:t>
            </a:r>
            <a:endParaRPr lang="en-US" sz="2200" dirty="0"/>
          </a:p>
        </p:txBody>
      </p:sp>
      <p:sp>
        <p:nvSpPr>
          <p:cNvPr id="8" name="Text 6"/>
          <p:cNvSpPr/>
          <p:nvPr/>
        </p:nvSpPr>
        <p:spPr>
          <a:xfrm>
            <a:off x="7599521" y="6333292"/>
            <a:ext cx="6244709" cy="362903"/>
          </a:xfrm>
          <a:prstGeom prst="rect">
            <a:avLst/>
          </a:prstGeom>
          <a:noFill/>
          <a:ln/>
        </p:spPr>
        <p:txBody>
          <a:bodyPr wrap="none" lIns="0" tIns="0" rIns="0" bIns="0" rtlCol="0" anchor="t"/>
          <a:lstStyle/>
          <a:p>
            <a:pPr indent="0" marL="0">
              <a:lnSpc>
                <a:spcPts val="2850"/>
              </a:lnSpc>
              <a:buNone/>
            </a:pPr>
            <a:r>
              <a:rPr lang="en-US" sz="1750" dirty="0">
                <a:solidFill>
                  <a:srgbClr val="333F70"/>
                </a:solidFill>
                <a:latin typeface="Open Sans" pitchFamily="34" charset="0"/>
                <a:ea typeface="Open Sans" pitchFamily="34" charset="-122"/>
                <a:cs typeface="Open Sans" pitchFamily="34" charset="-120"/>
              </a:rPr>
              <a:t>Smooth experience for all players.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733425"/>
            <a:ext cx="13042821" cy="1417558"/>
          </a:xfrm>
          <a:prstGeom prst="rect">
            <a:avLst/>
          </a:prstGeom>
          <a:noFill/>
          <a:ln/>
        </p:spPr>
        <p:txBody>
          <a:bodyPr wrap="square" lIns="0" tIns="0" rIns="0" bIns="0" rtlCol="0" anchor="t"/>
          <a:lstStyle/>
          <a:p>
            <a:pPr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Launching Fun Games: Get Ready to Play!</a:t>
            </a:r>
            <a:endParaRPr lang="en-US" sz="4450" dirty="0"/>
          </a:p>
        </p:txBody>
      </p:sp>
      <p:sp>
        <p:nvSpPr>
          <p:cNvPr id="3" name="Text 1"/>
          <p:cNvSpPr/>
          <p:nvPr/>
        </p:nvSpPr>
        <p:spPr>
          <a:xfrm>
            <a:off x="793790" y="2604611"/>
            <a:ext cx="13042821" cy="1451610"/>
          </a:xfrm>
          <a:prstGeom prst="rect">
            <a:avLst/>
          </a:prstGeom>
          <a:noFill/>
          <a:ln/>
        </p:spPr>
        <p:txBody>
          <a:bodyPr wrap="square" lIns="0" tIns="0" rIns="0" bIns="0" rtlCol="0" anchor="t"/>
          <a:lstStyle/>
          <a:p>
            <a:pPr indent="0" marL="0">
              <a:lnSpc>
                <a:spcPts val="2850"/>
              </a:lnSpc>
              <a:buNone/>
            </a:pPr>
            <a:r>
              <a:rPr lang="en-US" sz="1750" dirty="0">
                <a:solidFill>
                  <a:srgbClr val="333F70"/>
                </a:solidFill>
                <a:latin typeface="Open Sans" pitchFamily="34" charset="0"/>
                <a:ea typeface="Open Sans" pitchFamily="34" charset="-122"/>
                <a:cs typeface="Open Sans" pitchFamily="34" charset="-120"/>
              </a:rPr>
              <a:t>Fun Games is poised to revolutionize the world of casual gaming on Android. With its diverse selection of games, intuitive user interface, and robust tech stack, our app is set to become your next favorite gaming destination. Get ready to experience hours of entertainment, cognitive challenges, and friendly competition. Launching soon—stay tuned for updates and prepare to play!</a:t>
            </a:r>
            <a:endParaRPr lang="en-US" sz="1750" dirty="0"/>
          </a:p>
        </p:txBody>
      </p:sp>
      <p:pic>
        <p:nvPicPr>
          <p:cNvPr id="4" name="Image 0" descr="preencoded.png">    </p:cNvPr>
          <p:cNvPicPr>
            <a:picLocks noChangeAspect="1"/>
          </p:cNvPicPr>
          <p:nvPr/>
        </p:nvPicPr>
        <p:blipFill>
          <a:blip r:embed="rId1"/>
          <a:stretch>
            <a:fillRect/>
          </a:stretch>
        </p:blipFill>
        <p:spPr>
          <a:xfrm>
            <a:off x="793790" y="4311372"/>
            <a:ext cx="4120753" cy="2546747"/>
          </a:xfrm>
          <a:prstGeom prst="rect">
            <a:avLst/>
          </a:prstGeom>
        </p:spPr>
      </p:pic>
      <p:sp>
        <p:nvSpPr>
          <p:cNvPr id="5" name="Text 2"/>
          <p:cNvSpPr/>
          <p:nvPr/>
        </p:nvSpPr>
        <p:spPr>
          <a:xfrm>
            <a:off x="793790" y="714160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Casual Games</a:t>
            </a:r>
            <a:endParaRPr lang="en-US" sz="2200" dirty="0"/>
          </a:p>
        </p:txBody>
      </p:sp>
      <p:pic>
        <p:nvPicPr>
          <p:cNvPr id="6" name="Image 1" descr="preencoded.png">    </p:cNvPr>
          <p:cNvPicPr>
            <a:picLocks noChangeAspect="1"/>
          </p:cNvPicPr>
          <p:nvPr/>
        </p:nvPicPr>
        <p:blipFill>
          <a:blip r:embed="rId2"/>
          <a:stretch>
            <a:fillRect/>
          </a:stretch>
        </p:blipFill>
        <p:spPr>
          <a:xfrm>
            <a:off x="5254704" y="4311372"/>
            <a:ext cx="4120872" cy="2546866"/>
          </a:xfrm>
          <a:prstGeom prst="rect">
            <a:avLst/>
          </a:prstGeom>
        </p:spPr>
      </p:pic>
      <p:sp>
        <p:nvSpPr>
          <p:cNvPr id="7" name="Text 3"/>
          <p:cNvSpPr/>
          <p:nvPr/>
        </p:nvSpPr>
        <p:spPr>
          <a:xfrm>
            <a:off x="5254704" y="7141726"/>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Leaderboards</a:t>
            </a:r>
            <a:endParaRPr lang="en-US" sz="2200" dirty="0"/>
          </a:p>
        </p:txBody>
      </p:sp>
      <p:pic>
        <p:nvPicPr>
          <p:cNvPr id="8" name="Image 2" descr="preencoded.png">    </p:cNvPr>
          <p:cNvPicPr>
            <a:picLocks noChangeAspect="1"/>
          </p:cNvPicPr>
          <p:nvPr/>
        </p:nvPicPr>
        <p:blipFill>
          <a:blip r:embed="rId3"/>
          <a:stretch>
            <a:fillRect/>
          </a:stretch>
        </p:blipFill>
        <p:spPr>
          <a:xfrm>
            <a:off x="9715738" y="4311372"/>
            <a:ext cx="4120753" cy="2546747"/>
          </a:xfrm>
          <a:prstGeom prst="rect">
            <a:avLst/>
          </a:prstGeom>
        </p:spPr>
      </p:pic>
      <p:sp>
        <p:nvSpPr>
          <p:cNvPr id="9" name="Text 4"/>
          <p:cNvSpPr/>
          <p:nvPr/>
        </p:nvSpPr>
        <p:spPr>
          <a:xfrm>
            <a:off x="9715738" y="714160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Smooth UI</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2025-02-19T10:36:16Z</dcterms:created>
  <dcterms:modified xsi:type="dcterms:W3CDTF">2025-02-19T10:36:16Z</dcterms:modified>
</cp:coreProperties>
</file>